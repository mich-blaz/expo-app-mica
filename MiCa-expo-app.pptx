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59" r:id="rId5"/>
    <p:sldId id="262" r:id="rId6"/>
    <p:sldId id="260" r:id="rId7"/>
    <p:sldId id="263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82EA28B-E1C5-4B7B-9567-DEE581E618D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168408D-F99A-403F-8283-4F4753E139E6}">
      <dgm:prSet phldrT="[Texte]" phldr="0"/>
      <dgm:spPr/>
      <dgm:t>
        <a:bodyPr/>
        <a:lstStyle/>
        <a:p>
          <a:r>
            <a:rPr lang="fr-FR" dirty="0"/>
            <a:t>Split API inputs</a:t>
          </a:r>
        </a:p>
      </dgm:t>
    </dgm:pt>
    <dgm:pt modelId="{23FEEEA1-8CC7-4BFF-ACC5-B69735C34294}" type="parTrans" cxnId="{A85B269E-74FA-4765-8CE5-5A75F1AB8686}">
      <dgm:prSet/>
      <dgm:spPr/>
      <dgm:t>
        <a:bodyPr/>
        <a:lstStyle/>
        <a:p>
          <a:endParaRPr lang="fr-FR"/>
        </a:p>
      </dgm:t>
    </dgm:pt>
    <dgm:pt modelId="{AC42E2DE-B00B-41E5-9397-50911109AF43}" type="sibTrans" cxnId="{A85B269E-74FA-4765-8CE5-5A75F1AB8686}">
      <dgm:prSet/>
      <dgm:spPr/>
      <dgm:t>
        <a:bodyPr/>
        <a:lstStyle/>
        <a:p>
          <a:endParaRPr lang="fr-FR"/>
        </a:p>
      </dgm:t>
    </dgm:pt>
    <dgm:pt modelId="{AE1C3363-FD9E-452A-BD56-5526163416C6}">
      <dgm:prSet phldrT="[Texte]" phldr="1"/>
      <dgm:spPr/>
      <dgm:t>
        <a:bodyPr/>
        <a:lstStyle/>
        <a:p>
          <a:endParaRPr lang="fr-FR"/>
        </a:p>
      </dgm:t>
    </dgm:pt>
    <dgm:pt modelId="{BCC81BE5-15A2-4CD3-8A8D-63123FBC7BF1}" type="parTrans" cxnId="{191AB36F-3EFE-4801-8C41-02758F53403A}">
      <dgm:prSet/>
      <dgm:spPr/>
      <dgm:t>
        <a:bodyPr/>
        <a:lstStyle/>
        <a:p>
          <a:endParaRPr lang="fr-FR"/>
        </a:p>
      </dgm:t>
    </dgm:pt>
    <dgm:pt modelId="{B3DF1A05-99B6-4A43-B952-B5851DFAEA13}" type="sibTrans" cxnId="{191AB36F-3EFE-4801-8C41-02758F53403A}">
      <dgm:prSet/>
      <dgm:spPr/>
      <dgm:t>
        <a:bodyPr/>
        <a:lstStyle/>
        <a:p>
          <a:endParaRPr lang="fr-FR"/>
        </a:p>
      </dgm:t>
    </dgm:pt>
    <dgm:pt modelId="{71C883ED-5876-408A-A6AC-D6D273163716}">
      <dgm:prSet phldrT="[Texte]" phldr="1"/>
      <dgm:spPr/>
      <dgm:t>
        <a:bodyPr/>
        <a:lstStyle/>
        <a:p>
          <a:endParaRPr lang="fr-FR"/>
        </a:p>
      </dgm:t>
    </dgm:pt>
    <dgm:pt modelId="{63360257-8E98-452B-8523-306DBDACCF45}" type="parTrans" cxnId="{43508B86-3AC3-46EF-850A-F427CF3A7276}">
      <dgm:prSet/>
      <dgm:spPr/>
      <dgm:t>
        <a:bodyPr/>
        <a:lstStyle/>
        <a:p>
          <a:endParaRPr lang="fr-FR"/>
        </a:p>
      </dgm:t>
    </dgm:pt>
    <dgm:pt modelId="{373B8BFE-C4C8-4EC6-84D4-86FFD71C7035}" type="sibTrans" cxnId="{43508B86-3AC3-46EF-850A-F427CF3A7276}">
      <dgm:prSet/>
      <dgm:spPr/>
      <dgm:t>
        <a:bodyPr/>
        <a:lstStyle/>
        <a:p>
          <a:endParaRPr lang="fr-FR"/>
        </a:p>
      </dgm:t>
    </dgm:pt>
    <dgm:pt modelId="{18289538-8523-447A-81B5-5737D4439D35}" type="pres">
      <dgm:prSet presAssocID="{F82EA28B-E1C5-4B7B-9567-DEE581E618D3}" presName="Name0" presStyleCnt="0">
        <dgm:presLayoutVars>
          <dgm:dir/>
          <dgm:resizeHandles val="exact"/>
        </dgm:presLayoutVars>
      </dgm:prSet>
      <dgm:spPr/>
    </dgm:pt>
    <dgm:pt modelId="{587054B0-2809-4AC3-A8D1-E1A6A0F3492A}" type="pres">
      <dgm:prSet presAssocID="{C168408D-F99A-403F-8283-4F4753E139E6}" presName="node" presStyleLbl="node1" presStyleIdx="0" presStyleCnt="3">
        <dgm:presLayoutVars>
          <dgm:bulletEnabled val="1"/>
        </dgm:presLayoutVars>
      </dgm:prSet>
      <dgm:spPr/>
    </dgm:pt>
    <dgm:pt modelId="{E9DDB663-A194-4921-B3C0-C5B494DC5DBE}" type="pres">
      <dgm:prSet presAssocID="{AC42E2DE-B00B-41E5-9397-50911109AF43}" presName="sibTrans" presStyleLbl="sibTrans2D1" presStyleIdx="0" presStyleCnt="2"/>
      <dgm:spPr/>
    </dgm:pt>
    <dgm:pt modelId="{55FA430B-BE5A-4176-83BE-E9B4108F44E3}" type="pres">
      <dgm:prSet presAssocID="{AC42E2DE-B00B-41E5-9397-50911109AF43}" presName="connectorText" presStyleLbl="sibTrans2D1" presStyleIdx="0" presStyleCnt="2"/>
      <dgm:spPr/>
    </dgm:pt>
    <dgm:pt modelId="{5B92966F-A06B-45CD-AD4B-ADD14077C3A5}" type="pres">
      <dgm:prSet presAssocID="{AE1C3363-FD9E-452A-BD56-5526163416C6}" presName="node" presStyleLbl="node1" presStyleIdx="1" presStyleCnt="3">
        <dgm:presLayoutVars>
          <dgm:bulletEnabled val="1"/>
        </dgm:presLayoutVars>
      </dgm:prSet>
      <dgm:spPr/>
    </dgm:pt>
    <dgm:pt modelId="{3E7D6861-2F51-4567-B213-FB96FBCC2BB7}" type="pres">
      <dgm:prSet presAssocID="{B3DF1A05-99B6-4A43-B952-B5851DFAEA13}" presName="sibTrans" presStyleLbl="sibTrans2D1" presStyleIdx="1" presStyleCnt="2"/>
      <dgm:spPr/>
    </dgm:pt>
    <dgm:pt modelId="{80D2F632-6F5B-40B9-8C02-6DB5681010B6}" type="pres">
      <dgm:prSet presAssocID="{B3DF1A05-99B6-4A43-B952-B5851DFAEA13}" presName="connectorText" presStyleLbl="sibTrans2D1" presStyleIdx="1" presStyleCnt="2"/>
      <dgm:spPr/>
    </dgm:pt>
    <dgm:pt modelId="{75FF1649-CEEA-4EA9-9C74-BCD2AA9B44E7}" type="pres">
      <dgm:prSet presAssocID="{71C883ED-5876-408A-A6AC-D6D273163716}" presName="node" presStyleLbl="node1" presStyleIdx="2" presStyleCnt="3">
        <dgm:presLayoutVars>
          <dgm:bulletEnabled val="1"/>
        </dgm:presLayoutVars>
      </dgm:prSet>
      <dgm:spPr/>
    </dgm:pt>
  </dgm:ptLst>
  <dgm:cxnLst>
    <dgm:cxn modelId="{6BD5BF45-F4EE-4D80-851C-0C6EE64B6E24}" type="presOf" srcId="{B3DF1A05-99B6-4A43-B952-B5851DFAEA13}" destId="{80D2F632-6F5B-40B9-8C02-6DB5681010B6}" srcOrd="1" destOrd="0" presId="urn:microsoft.com/office/officeart/2005/8/layout/process1"/>
    <dgm:cxn modelId="{A149734C-49BA-4391-B64A-6DDDDD02C83A}" type="presOf" srcId="{AC42E2DE-B00B-41E5-9397-50911109AF43}" destId="{E9DDB663-A194-4921-B3C0-C5B494DC5DBE}" srcOrd="0" destOrd="0" presId="urn:microsoft.com/office/officeart/2005/8/layout/process1"/>
    <dgm:cxn modelId="{191AB36F-3EFE-4801-8C41-02758F53403A}" srcId="{F82EA28B-E1C5-4B7B-9567-DEE581E618D3}" destId="{AE1C3363-FD9E-452A-BD56-5526163416C6}" srcOrd="1" destOrd="0" parTransId="{BCC81BE5-15A2-4CD3-8A8D-63123FBC7BF1}" sibTransId="{B3DF1A05-99B6-4A43-B952-B5851DFAEA13}"/>
    <dgm:cxn modelId="{A9483957-9265-4952-9C55-B2395715C517}" type="presOf" srcId="{AE1C3363-FD9E-452A-BD56-5526163416C6}" destId="{5B92966F-A06B-45CD-AD4B-ADD14077C3A5}" srcOrd="0" destOrd="0" presId="urn:microsoft.com/office/officeart/2005/8/layout/process1"/>
    <dgm:cxn modelId="{43508B86-3AC3-46EF-850A-F427CF3A7276}" srcId="{F82EA28B-E1C5-4B7B-9567-DEE581E618D3}" destId="{71C883ED-5876-408A-A6AC-D6D273163716}" srcOrd="2" destOrd="0" parTransId="{63360257-8E98-452B-8523-306DBDACCF45}" sibTransId="{373B8BFE-C4C8-4EC6-84D4-86FFD71C7035}"/>
    <dgm:cxn modelId="{A85B269E-74FA-4765-8CE5-5A75F1AB8686}" srcId="{F82EA28B-E1C5-4B7B-9567-DEE581E618D3}" destId="{C168408D-F99A-403F-8283-4F4753E139E6}" srcOrd="0" destOrd="0" parTransId="{23FEEEA1-8CC7-4BFF-ACC5-B69735C34294}" sibTransId="{AC42E2DE-B00B-41E5-9397-50911109AF43}"/>
    <dgm:cxn modelId="{BE0148C9-58D1-4049-A427-6F75863B01B4}" type="presOf" srcId="{B3DF1A05-99B6-4A43-B952-B5851DFAEA13}" destId="{3E7D6861-2F51-4567-B213-FB96FBCC2BB7}" srcOrd="0" destOrd="0" presId="urn:microsoft.com/office/officeart/2005/8/layout/process1"/>
    <dgm:cxn modelId="{DDF4CDCD-669F-4C18-88D6-6383E62DDF7F}" type="presOf" srcId="{AC42E2DE-B00B-41E5-9397-50911109AF43}" destId="{55FA430B-BE5A-4176-83BE-E9B4108F44E3}" srcOrd="1" destOrd="0" presId="urn:microsoft.com/office/officeart/2005/8/layout/process1"/>
    <dgm:cxn modelId="{6711A1D4-9314-4B4A-A893-3A7FFBBA63DE}" type="presOf" srcId="{F82EA28B-E1C5-4B7B-9567-DEE581E618D3}" destId="{18289538-8523-447A-81B5-5737D4439D35}" srcOrd="0" destOrd="0" presId="urn:microsoft.com/office/officeart/2005/8/layout/process1"/>
    <dgm:cxn modelId="{6108FEEA-AF01-4640-B0AF-C31642586FD7}" type="presOf" srcId="{71C883ED-5876-408A-A6AC-D6D273163716}" destId="{75FF1649-CEEA-4EA9-9C74-BCD2AA9B44E7}" srcOrd="0" destOrd="0" presId="urn:microsoft.com/office/officeart/2005/8/layout/process1"/>
    <dgm:cxn modelId="{53354CFE-42E5-47B1-88E1-ADA27CD64073}" type="presOf" srcId="{C168408D-F99A-403F-8283-4F4753E139E6}" destId="{587054B0-2809-4AC3-A8D1-E1A6A0F3492A}" srcOrd="0" destOrd="0" presId="urn:microsoft.com/office/officeart/2005/8/layout/process1"/>
    <dgm:cxn modelId="{272E78E4-3998-4D47-B16B-D23228E2F17F}" type="presParOf" srcId="{18289538-8523-447A-81B5-5737D4439D35}" destId="{587054B0-2809-4AC3-A8D1-E1A6A0F3492A}" srcOrd="0" destOrd="0" presId="urn:microsoft.com/office/officeart/2005/8/layout/process1"/>
    <dgm:cxn modelId="{D5DDA85D-6C91-4E01-904B-347AF70CAE38}" type="presParOf" srcId="{18289538-8523-447A-81B5-5737D4439D35}" destId="{E9DDB663-A194-4921-B3C0-C5B494DC5DBE}" srcOrd="1" destOrd="0" presId="urn:microsoft.com/office/officeart/2005/8/layout/process1"/>
    <dgm:cxn modelId="{E1E64269-E7A8-4E48-BB55-A0D05CAF99CD}" type="presParOf" srcId="{E9DDB663-A194-4921-B3C0-C5B494DC5DBE}" destId="{55FA430B-BE5A-4176-83BE-E9B4108F44E3}" srcOrd="0" destOrd="0" presId="urn:microsoft.com/office/officeart/2005/8/layout/process1"/>
    <dgm:cxn modelId="{82C43649-C577-4C11-B9F7-81C229CBEFB1}" type="presParOf" srcId="{18289538-8523-447A-81B5-5737D4439D35}" destId="{5B92966F-A06B-45CD-AD4B-ADD14077C3A5}" srcOrd="2" destOrd="0" presId="urn:microsoft.com/office/officeart/2005/8/layout/process1"/>
    <dgm:cxn modelId="{5216FF71-362C-4234-A7D0-140809859566}" type="presParOf" srcId="{18289538-8523-447A-81B5-5737D4439D35}" destId="{3E7D6861-2F51-4567-B213-FB96FBCC2BB7}" srcOrd="3" destOrd="0" presId="urn:microsoft.com/office/officeart/2005/8/layout/process1"/>
    <dgm:cxn modelId="{109E356F-C7C2-442A-BC23-76F9E103808A}" type="presParOf" srcId="{3E7D6861-2F51-4567-B213-FB96FBCC2BB7}" destId="{80D2F632-6F5B-40B9-8C02-6DB5681010B6}" srcOrd="0" destOrd="0" presId="urn:microsoft.com/office/officeart/2005/8/layout/process1"/>
    <dgm:cxn modelId="{5A6FF1A8-39DB-409C-AA12-CFC44868E1D9}" type="presParOf" srcId="{18289538-8523-447A-81B5-5737D4439D35}" destId="{75FF1649-CEEA-4EA9-9C74-BCD2AA9B44E7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7054B0-2809-4AC3-A8D1-E1A6A0F3492A}">
      <dsp:nvSpPr>
        <dsp:cNvPr id="0" name=""/>
        <dsp:cNvSpPr/>
      </dsp:nvSpPr>
      <dsp:spPr>
        <a:xfrm>
          <a:off x="7143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Split API inputs</a:t>
          </a:r>
        </a:p>
      </dsp:txBody>
      <dsp:txXfrm>
        <a:off x="44665" y="2106299"/>
        <a:ext cx="2060143" cy="1206068"/>
      </dsp:txXfrm>
    </dsp:sp>
    <dsp:sp modelId="{E9DDB663-A194-4921-B3C0-C5B494DC5DBE}">
      <dsp:nvSpPr>
        <dsp:cNvPr id="0" name=""/>
        <dsp:cNvSpPr/>
      </dsp:nvSpPr>
      <dsp:spPr>
        <a:xfrm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200" kern="1200"/>
        </a:p>
      </dsp:txBody>
      <dsp:txXfrm>
        <a:off x="2355850" y="2550475"/>
        <a:ext cx="316861" cy="317716"/>
      </dsp:txXfrm>
    </dsp:sp>
    <dsp:sp modelId="{5B92966F-A06B-45CD-AD4B-ADD14077C3A5}">
      <dsp:nvSpPr>
        <dsp:cNvPr id="0" name=""/>
        <dsp:cNvSpPr/>
      </dsp:nvSpPr>
      <dsp:spPr>
        <a:xfrm>
          <a:off x="2996406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300" kern="1200"/>
        </a:p>
      </dsp:txBody>
      <dsp:txXfrm>
        <a:off x="3033928" y="2106299"/>
        <a:ext cx="2060143" cy="1206068"/>
      </dsp:txXfrm>
    </dsp:sp>
    <dsp:sp modelId="{3E7D6861-2F51-4567-B213-FB96FBCC2BB7}">
      <dsp:nvSpPr>
        <dsp:cNvPr id="0" name=""/>
        <dsp:cNvSpPr/>
      </dsp:nvSpPr>
      <dsp:spPr>
        <a:xfrm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200" kern="1200"/>
        </a:p>
      </dsp:txBody>
      <dsp:txXfrm>
        <a:off x="5345112" y="2550475"/>
        <a:ext cx="316861" cy="317716"/>
      </dsp:txXfrm>
    </dsp:sp>
    <dsp:sp modelId="{75FF1649-CEEA-4EA9-9C74-BCD2AA9B44E7}">
      <dsp:nvSpPr>
        <dsp:cNvPr id="0" name=""/>
        <dsp:cNvSpPr/>
      </dsp:nvSpPr>
      <dsp:spPr>
        <a:xfrm>
          <a:off x="5985668" y="2068777"/>
          <a:ext cx="2135187" cy="12811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300" kern="1200"/>
        </a:p>
      </dsp:txBody>
      <dsp:txXfrm>
        <a:off x="6023190" y="2106299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A3BFE3-4062-4AF1-ABFC-DCD65D5FEDDC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37BEBD-5F8D-405B-98B4-EC910848E1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896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C42DAF-DEC0-0EE0-B8CE-8428FF432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B6AEAF7-A98F-B732-3379-F44E4FA76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601770-190A-B920-C5B6-5B4AE156E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A879C-0A64-469E-B8A2-BF5BD165327D}" type="datetime1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AB0703-BDEE-9E0E-1600-2B5671827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CFC238-D0D9-CA57-D851-DB26FB960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3570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5D3E1-EE23-8965-0438-E0B4BD13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5A84A4-E880-BBCF-F99B-D61CE3C20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CD28E9-12BF-2482-8801-F4F3D012A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8892B-77F5-4CCA-9591-F24D93FDE34B}" type="datetime1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6831D7-0FCD-5E58-D341-AB193052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AA1F86-7B44-0079-96EF-1EAF2AF9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498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74ED64-AB36-13A8-5744-490C7618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5815B19-89EA-A197-0CBB-FDC5B89B71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CABF14-1E9E-58D4-4997-AB38BC10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18E9A-1945-4557-AEB5-4F18FF624DDF}" type="datetime1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2FB707-CB30-747F-4892-B9D33AB9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CCEE93-30DB-B0CD-25CA-60ED76E70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7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D190A9-6360-7928-7D2C-DC485E1B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3E82DE-13FC-620D-38C8-8FADB45AF0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4404B5B-D2A4-639F-0C66-026C3E8AB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A591EF3-8415-0834-D241-2269689FC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5A06-8B1B-4E56-A989-A836DCD313FB}" type="datetime1">
              <a:rPr lang="fr-FR" smtClean="0"/>
              <a:t>24/12/2025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A7FFA4-12DC-18D0-07CF-4CB5E1D26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40221D-C4B3-05DE-9445-A65B9FF98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8027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09E849-1071-476A-A267-AF12FC27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B182B9-071A-A885-FC46-4B51C6D28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481F0DF-AC0B-82B2-9501-661E5760D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4C5A425-D7D3-CE9D-9CB9-31563EA48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0C55FE1-0B9E-127F-BE68-076C4ABF1F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0C1E969-A5B2-17AF-8E6B-7FBEE0951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BF9B0-6586-4FA1-AD3E-0405E600628A}" type="datetime1">
              <a:rPr lang="fr-FR" smtClean="0"/>
              <a:t>24/12/2025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CC7AC7A-0A41-E0FE-27B5-26D4A703B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BB17427-3C34-5DCF-74DB-452CC0182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099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B3048A-33F8-1CB6-1D28-152DB3FCB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18CCE2C-EB12-F305-94FF-863CF4D8E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DFF-27F4-416C-AAA5-054C421B7E35}" type="datetime1">
              <a:rPr lang="fr-FR" smtClean="0"/>
              <a:t>24/12/2025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3D18EBC-58D2-93AB-49CB-BFDD6D99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A0DA1E3-0156-89E2-81F7-2CBF5B83C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7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53DD7B7-2F62-7AA1-5EC5-8AB5C8D9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1D1DD-9E54-4704-9474-D58B50ABEC96}" type="datetime1">
              <a:rPr lang="fr-FR" smtClean="0"/>
              <a:t>24/12/2025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CB0D9C3-C12F-03A8-93AC-4DF078C7E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3A75A99-26E9-7CA6-D061-12BAB7E38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4750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8879-B254-0D19-9982-3F56F48C6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EE5251-D03E-18EE-9313-2283BFE63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96A6A41-95B5-3A22-18FC-8E1F522BB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51A651-884A-E931-0648-4E57C5786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5297F-3CAB-463D-92DC-DBAC52BC76D8}" type="datetime1">
              <a:rPr lang="fr-FR" smtClean="0"/>
              <a:t>24/12/2025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438943A-BCEB-8935-344C-1321961EC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47B039F-A5A0-0111-6204-E6CB4F78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2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65E3B9-0C39-DF02-AB37-CC15BDB6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EA9809A-E7A2-9F72-2ACB-62F3E8C39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D36D8B9-4F8F-27BE-2ADB-91229170F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6DF5401-2FF4-6F21-3F3D-27B4DCCC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6C159-C286-4F72-8EC5-4597CF01607E}" type="datetime1">
              <a:rPr lang="fr-FR" smtClean="0"/>
              <a:t>24/12/2025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85C6FAF-FA7C-509B-13F6-8E81A3A72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4F9283-AC4D-F7BE-9C5E-026D42D41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8362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D60475-641A-FBBD-50FA-A6102C3C4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BC9472-7732-FB2A-28E9-3188A5F2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83EA35-9B93-7327-CBFC-0E7B4C0B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A5641-7E66-483F-B0F2-069C9F76BD77}" type="datetime1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3CAEE0-A4C1-C876-899A-97D898E12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A354D5-F3D2-2AB5-6AD1-6367A224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42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6A91E1E-8E23-42E0-DD29-D78EA5BFAC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B43E801-7288-E3DA-9369-7CA36155B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577DD0-3BFC-87EB-5C22-07CD63DEE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24552-7DE6-47BF-985F-BA179E876D16}" type="datetime1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C813A1-14F8-BAFC-867F-0C0AD3A4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DF0DD6-34BB-9431-9067-2FE4F4FFA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358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F467E73-2552-24D5-F2BA-757ABED9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4093B2-3049-9953-E3A3-EDE61A243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F65B6C-2CA3-32DD-D3AA-AC878E332B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EAD4E5-CEC9-481A-97C7-CE2D7FC2BFAC}" type="datetime1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92AB2E-303F-D707-D43F-80A434985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96291B-2916-651C-3087-FC529249A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568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651F2B-AB0E-C047-0417-57A7FE8A40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>
                <a:latin typeface="Daytona" panose="020F0502020204030204" pitchFamily="34" charset="0"/>
              </a:rPr>
              <a:t>MiCa</a:t>
            </a:r>
            <a:r>
              <a:rPr lang="fr-FR" dirty="0">
                <a:latin typeface="Daytona" panose="020F0502020204030204" pitchFamily="34" charset="0"/>
              </a:rPr>
              <a:t>-Expo-App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C38906-B4EF-3007-8EF1-33B7CF55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7298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DCD5C7-E975-21FB-2CF5-3630C9DA7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Contents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6FFEEBC-0E1D-82E0-4227-28EB63D14308}"/>
              </a:ext>
            </a:extLst>
          </p:cNvPr>
          <p:cNvSpPr txBox="1"/>
          <p:nvPr/>
        </p:nvSpPr>
        <p:spPr>
          <a:xfrm>
            <a:off x="4024884" y="1690688"/>
            <a:ext cx="414223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Overview</a:t>
            </a: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Data-ETL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Data </a:t>
            </a:r>
            <a:r>
              <a:rPr lang="fr-FR" dirty="0" err="1">
                <a:latin typeface="Daytona" panose="020B0604030500040204" pitchFamily="34" charset="0"/>
              </a:rPr>
              <a:t>models</a:t>
            </a:r>
            <a:endParaRPr lang="fr-FR" dirty="0">
              <a:latin typeface="Daytona" panose="020B060403050004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postgreSQL</a:t>
            </a:r>
            <a:r>
              <a:rPr lang="fr-FR" dirty="0">
                <a:latin typeface="Daytona" panose="020B0604030500040204" pitchFamily="34" charset="0"/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Scheduler</a:t>
            </a:r>
            <a:endParaRPr lang="fr-FR" dirty="0">
              <a:latin typeface="Daytona" panose="020B060403050004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UI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Research</a:t>
            </a:r>
            <a:r>
              <a:rPr lang="fr-FR" dirty="0">
                <a:latin typeface="Daytona" panose="020B0604030500040204" pitchFamily="34" charset="0"/>
              </a:rPr>
              <a:t> new </a:t>
            </a:r>
            <a:r>
              <a:rPr lang="fr-FR" dirty="0" err="1">
                <a:latin typeface="Daytona" panose="020B0604030500040204" pitchFamily="34" charset="0"/>
              </a:rPr>
              <a:t>exhibs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Filtering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Recommandations 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Consult </a:t>
            </a:r>
            <a:r>
              <a:rPr lang="fr-FR" dirty="0" err="1">
                <a:latin typeface="Daytona" panose="020B0604030500040204" pitchFamily="34" charset="0"/>
              </a:rPr>
              <a:t>chosen</a:t>
            </a:r>
            <a:r>
              <a:rPr lang="fr-FR" dirty="0">
                <a:latin typeface="Daytona" panose="020B0604030500040204" pitchFamily="34" charset="0"/>
              </a:rPr>
              <a:t> </a:t>
            </a:r>
            <a:r>
              <a:rPr lang="fr-FR" dirty="0" err="1">
                <a:latin typeface="Daytona" panose="020B0604030500040204" pitchFamily="34" charset="0"/>
              </a:rPr>
              <a:t>exhibs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Map</a:t>
            </a:r>
            <a:r>
              <a:rPr lang="fr-FR" dirty="0">
                <a:latin typeface="Daytona" panose="020B0604030500040204" pitchFamily="34" charset="0"/>
              </a:rPr>
              <a:t> </a:t>
            </a: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Prioritize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Agenda</a:t>
            </a:r>
          </a:p>
          <a:p>
            <a:pPr marL="1257300" lvl="2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 Go </a:t>
            </a:r>
            <a:r>
              <a:rPr lang="fr-FR" dirty="0" err="1">
                <a:latin typeface="Daytona" panose="020B0604030500040204" pitchFamily="34" charset="0"/>
              </a:rPr>
              <a:t>beyond</a:t>
            </a: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7E5806-3847-0954-2EDB-CBD0F432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0785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53650-8815-A25C-C179-356B64DB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C59FCF-41B7-1F67-9B41-604FC7967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1 - </a:t>
            </a:r>
            <a:r>
              <a:rPr lang="fr-FR" dirty="0" err="1">
                <a:latin typeface="Daytona" panose="020B0604030500040204" pitchFamily="34" charset="0"/>
              </a:rPr>
              <a:t>Overview</a:t>
            </a:r>
            <a:endParaRPr lang="fr-FR" dirty="0">
              <a:latin typeface="Daytona" panose="020B060403050004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9BA3D2-88AC-FAB9-ACFD-76F59F2D9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7491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54001-B4AF-4E18-9D2E-33E37F97A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3D1322-FC55-D51A-8EB9-8394E0A31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68770" cy="15361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>
                <a:latin typeface="Daytona" panose="020B0604030500040204" pitchFamily="34" charset="0"/>
              </a:rPr>
              <a:t>DATA-ETL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EA628B-C8FF-4D0B-B111-F101F580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3202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663BD0-064C-40FC-A331-F49FCA953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8506" y="2935541"/>
            <a:ext cx="62179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09B42D-92D6-15C2-6665-18917A2A7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9270" y="3355848"/>
            <a:ext cx="6244957" cy="2825496"/>
          </a:xfrm>
        </p:spPr>
        <p:txBody>
          <a:bodyPr vert="horz" lIns="91440" tIns="45720" rIns="91440" bIns="45720" rtlCol="0">
            <a:normAutofit/>
          </a:bodyPr>
          <a:lstStyle/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>
                <a:latin typeface="Daytona" panose="020B0604030500040204" pitchFamily="34" charset="0"/>
              </a:rPr>
              <a:t>Data models</a:t>
            </a:r>
          </a:p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 err="1">
                <a:latin typeface="Daytona" panose="020B0604030500040204" pitchFamily="34" charset="0"/>
              </a:rPr>
              <a:t>postgreSQL</a:t>
            </a:r>
            <a:r>
              <a:rPr lang="en-US" sz="2200" dirty="0">
                <a:latin typeface="Daytona" panose="020B0604030500040204" pitchFamily="34" charset="0"/>
              </a:rPr>
              <a:t> </a:t>
            </a:r>
          </a:p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>
                <a:latin typeface="Daytona" panose="020B0604030500040204" pitchFamily="34" charset="0"/>
              </a:rPr>
              <a:t>Scheduler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 dirty="0">
              <a:latin typeface="Daytona" panose="020B0604030500040204" pitchFamily="34" charset="0"/>
            </a:endParaRPr>
          </a:p>
        </p:txBody>
      </p:sp>
      <p:pic>
        <p:nvPicPr>
          <p:cNvPr id="10" name="Espace réservé pour une image  9" descr="Une image contenant diagramme,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157656A8-1BEA-7FBE-371D-4F15153C8CD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4990"/>
          <a:stretch>
            <a:fillRect/>
          </a:stretch>
        </p:blipFill>
        <p:spPr>
          <a:xfrm>
            <a:off x="7684007" y="343622"/>
            <a:ext cx="4050792" cy="5577840"/>
          </a:xfrm>
          <a:prstGeom prst="rect">
            <a:avLst/>
          </a:prstGeom>
        </p:spPr>
      </p:pic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07D20D63-0B2E-0BF9-2372-C46A8F38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6265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DABC7-65F1-5814-C3CD-96027E8F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91BFAE-D11B-19C7-4E4C-46C7B223C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Daytona" panose="020B0604030500040204" pitchFamily="34" charset="0"/>
              </a:rPr>
              <a:t>Data model</a:t>
            </a:r>
            <a:br>
              <a:rPr lang="fr-FR" dirty="0">
                <a:latin typeface="Daytona" panose="020B0604030500040204" pitchFamily="34" charset="0"/>
              </a:rPr>
            </a:br>
            <a:r>
              <a:rPr lang="fr-FR" dirty="0">
                <a:latin typeface="Daytona" panose="020B0604030500040204" pitchFamily="34" charset="0"/>
              </a:rPr>
              <a:t>V0.01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1EE81099-F8D5-7443-2D76-BEB8A0C17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320910"/>
              </p:ext>
            </p:extLst>
          </p:nvPr>
        </p:nvGraphicFramePr>
        <p:xfrm>
          <a:off x="2551974" y="2296295"/>
          <a:ext cx="20421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Events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url</a:t>
                      </a:r>
                    </a:p>
                    <a:p>
                      <a:pPr algn="ctr"/>
                      <a:r>
                        <a:rPr lang="fr-FR" dirty="0" err="1"/>
                        <a:t>Title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  <a:p>
                      <a:pPr algn="ctr"/>
                      <a:r>
                        <a:rPr lang="fr-FR" dirty="0" err="1"/>
                        <a:t>Date_start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Date_end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Updated_at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algn="ctr"/>
                      <a:r>
                        <a:rPr lang="fr-FR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flag_interest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fr-FR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flag_new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E904F2D-7220-7E16-6FD8-2B8C5DAE99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362018"/>
              </p:ext>
            </p:extLst>
          </p:nvPr>
        </p:nvGraphicFramePr>
        <p:xfrm>
          <a:off x="7932202" y="2844935"/>
          <a:ext cx="2265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Location 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Address_city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Address_zipcode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Lat_long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fcard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94398441-D567-B6C0-22E3-109CAFD89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5</a:t>
            </a:fld>
            <a:endParaRPr lang="fr-FR"/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1B5B493A-0702-B02B-D209-236C6EB59760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4594134" y="3896495"/>
            <a:ext cx="33380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4" name="Image 73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6F272B34-1324-47B6-2868-EF1BCD006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9300373" y="-106001"/>
            <a:ext cx="767628" cy="767628"/>
          </a:xfrm>
          <a:prstGeom prst="rect">
            <a:avLst/>
          </a:prstGeom>
        </p:spPr>
      </p:pic>
      <p:pic>
        <p:nvPicPr>
          <p:cNvPr id="76" name="Image 75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3FA05A07-364B-7D9F-5F86-7F72DB39C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8010952" y="-151956"/>
            <a:ext cx="859536" cy="859536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1CA8B2FD-2D10-09DA-4B1F-3055FA22C7EA}"/>
              </a:ext>
            </a:extLst>
          </p:cNvPr>
          <p:cNvSpPr txBox="1"/>
          <p:nvPr/>
        </p:nvSpPr>
        <p:spPr>
          <a:xfrm>
            <a:off x="7833036" y="523256"/>
            <a:ext cx="3116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>
                <a:latin typeface="Daytona" panose="020B0604030500040204" pitchFamily="34" charset="0"/>
              </a:rPr>
              <a:t>Primary</a:t>
            </a:r>
            <a:r>
              <a:rPr lang="fr-FR" sz="1400" dirty="0">
                <a:latin typeface="Daytona" panose="020B0604030500040204" pitchFamily="34" charset="0"/>
              </a:rPr>
              <a:t> key       </a:t>
            </a:r>
            <a:r>
              <a:rPr lang="fr-FR" sz="1400" dirty="0" err="1">
                <a:latin typeface="Daytona" panose="020B0604030500040204" pitchFamily="34" charset="0"/>
              </a:rPr>
              <a:t>Foreign</a:t>
            </a:r>
            <a:r>
              <a:rPr lang="fr-FR" sz="1400" dirty="0">
                <a:latin typeface="Daytona" panose="020B0604030500040204" pitchFamily="34" charset="0"/>
              </a:rPr>
              <a:t> key</a:t>
            </a:r>
          </a:p>
        </p:txBody>
      </p:sp>
      <p:pic>
        <p:nvPicPr>
          <p:cNvPr id="79" name="Image 78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57D60CC9-B481-3138-20AF-D1F88FBC2A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4103141" y="2647549"/>
            <a:ext cx="504282" cy="504282"/>
          </a:xfrm>
          <a:prstGeom prst="rect">
            <a:avLst/>
          </a:prstGeom>
        </p:spPr>
      </p:pic>
      <p:pic>
        <p:nvPicPr>
          <p:cNvPr id="80" name="Image 79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ACD6873D-B653-003D-5F27-230A1B852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9589218" y="3712674"/>
            <a:ext cx="504282" cy="504282"/>
          </a:xfrm>
          <a:prstGeom prst="rect">
            <a:avLst/>
          </a:prstGeom>
        </p:spPr>
      </p:pic>
      <p:pic>
        <p:nvPicPr>
          <p:cNvPr id="83" name="Image 82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369E4F6-DA2F-6E14-347F-A3B81D226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4116792" y="4555513"/>
            <a:ext cx="472096" cy="47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751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169AC5-FF9D-71D9-4D91-F517A0899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Data model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C55BC3B9-1B3C-4503-0B8D-51067C9D3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6075972"/>
              </p:ext>
            </p:extLst>
          </p:nvPr>
        </p:nvGraphicFramePr>
        <p:xfrm>
          <a:off x="8492744" y="4670512"/>
          <a:ext cx="2265680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Users</a:t>
                      </a:r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First_name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Last_name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Email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C53C2E24-9106-B547-6CDF-52B72D22F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990526"/>
              </p:ext>
            </p:extLst>
          </p:nvPr>
        </p:nvGraphicFramePr>
        <p:xfrm>
          <a:off x="964692" y="2052352"/>
          <a:ext cx="2042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Events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url</a:t>
                      </a:r>
                    </a:p>
                    <a:p>
                      <a:pPr algn="ctr"/>
                      <a:r>
                        <a:rPr lang="fr-FR" dirty="0" err="1"/>
                        <a:t>Title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  <a:p>
                      <a:pPr algn="ctr"/>
                      <a:r>
                        <a:rPr lang="fr-FR" dirty="0" err="1"/>
                        <a:t>Date_start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Date_end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Updated_at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E43C02B7-7D16-87B5-9256-AD99B603D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3937906"/>
              </p:ext>
            </p:extLst>
          </p:nvPr>
        </p:nvGraphicFramePr>
        <p:xfrm>
          <a:off x="4760976" y="863600"/>
          <a:ext cx="226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Location 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Location_id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Address_city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Address_zipcode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Lat_long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1C1370F3-BDE9-8BA9-BE15-B3DF4862CE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85661"/>
              </p:ext>
            </p:extLst>
          </p:nvPr>
        </p:nvGraphicFramePr>
        <p:xfrm>
          <a:off x="8492744" y="1272540"/>
          <a:ext cx="226568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712BEFBF-2C05-23B7-5BD9-BCB43DFAD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317E7D77-962D-95FD-CAA6-7AC1374EA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695700"/>
              </p:ext>
            </p:extLst>
          </p:nvPr>
        </p:nvGraphicFramePr>
        <p:xfrm>
          <a:off x="4760976" y="4947372"/>
          <a:ext cx="20421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UserInterests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760E5230-5D12-7F5D-ABF4-164E908F29BA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3006852" y="1778000"/>
            <a:ext cx="1754124" cy="16002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F315A1BF-06B7-5A0F-4063-7B5A8E068CF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flipH="1">
            <a:off x="6803136" y="5450292"/>
            <a:ext cx="1689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17CA4C37-AA06-765E-A4E4-C4FAB1CC7493}"/>
              </a:ext>
            </a:extLst>
          </p:cNvPr>
          <p:cNvCxnSpPr>
            <a:cxnSpLocks/>
            <a:stCxn id="13" idx="1"/>
            <a:endCxn id="8" idx="3"/>
          </p:cNvCxnSpPr>
          <p:nvPr/>
        </p:nvCxnSpPr>
        <p:spPr>
          <a:xfrm flipH="1" flipV="1">
            <a:off x="3006852" y="3378232"/>
            <a:ext cx="1754124" cy="2072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Tableau 35">
            <a:extLst>
              <a:ext uri="{FF2B5EF4-FFF2-40B4-BE49-F238E27FC236}">
                <a16:creationId xmlns:a16="http://schemas.microsoft.com/office/drawing/2014/main" id="{360CCC23-9F2D-8743-CC1B-5818359425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213312"/>
              </p:ext>
            </p:extLst>
          </p:nvPr>
        </p:nvGraphicFramePr>
        <p:xfrm>
          <a:off x="8492744" y="3021364"/>
          <a:ext cx="2265680" cy="103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450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CardHolders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66588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Cards_id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FFBBAB3E-CEF9-DFBA-2023-5BB9816E3350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7026656" y="1778000"/>
            <a:ext cx="1466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74B20830-1EE7-C7F2-20E2-E1DC5EAE8EC9}"/>
              </a:ext>
            </a:extLst>
          </p:cNvPr>
          <p:cNvCxnSpPr>
            <a:cxnSpLocks/>
            <a:stCxn id="11" idx="2"/>
            <a:endCxn id="36" idx="0"/>
          </p:cNvCxnSpPr>
          <p:nvPr/>
        </p:nvCxnSpPr>
        <p:spPr>
          <a:xfrm>
            <a:off x="9625584" y="2283460"/>
            <a:ext cx="0" cy="7379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ADCB905F-8B90-C0E9-DBB5-1547C1B6A4C7}"/>
              </a:ext>
            </a:extLst>
          </p:cNvPr>
          <p:cNvCxnSpPr>
            <a:cxnSpLocks/>
            <a:stCxn id="36" idx="2"/>
            <a:endCxn id="7" idx="0"/>
          </p:cNvCxnSpPr>
          <p:nvPr/>
        </p:nvCxnSpPr>
        <p:spPr>
          <a:xfrm>
            <a:off x="9625584" y="4053004"/>
            <a:ext cx="0" cy="6175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4" name="Image 73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83075DD9-0BCC-6D13-9085-FF28FD0800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9300373" y="-106001"/>
            <a:ext cx="767628" cy="767628"/>
          </a:xfrm>
          <a:prstGeom prst="rect">
            <a:avLst/>
          </a:prstGeom>
        </p:spPr>
      </p:pic>
      <p:pic>
        <p:nvPicPr>
          <p:cNvPr id="76" name="Image 75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ECD104B4-0D11-36AC-A8AC-C2BD607A7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8010952" y="-151956"/>
            <a:ext cx="859536" cy="859536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D600884A-4C71-7AD6-CC99-AE28940A11C0}"/>
              </a:ext>
            </a:extLst>
          </p:cNvPr>
          <p:cNvSpPr txBox="1"/>
          <p:nvPr/>
        </p:nvSpPr>
        <p:spPr>
          <a:xfrm>
            <a:off x="7833036" y="523256"/>
            <a:ext cx="3116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>
                <a:latin typeface="Daytona" panose="020B0604030500040204" pitchFamily="34" charset="0"/>
              </a:rPr>
              <a:t>Primary</a:t>
            </a:r>
            <a:r>
              <a:rPr lang="fr-FR" sz="1400" dirty="0">
                <a:latin typeface="Daytona" panose="020B0604030500040204" pitchFamily="34" charset="0"/>
              </a:rPr>
              <a:t> key       </a:t>
            </a:r>
            <a:r>
              <a:rPr lang="fr-FR" sz="1400" dirty="0" err="1">
                <a:latin typeface="Daytona" panose="020B0604030500040204" pitchFamily="34" charset="0"/>
              </a:rPr>
              <a:t>Foreign</a:t>
            </a:r>
            <a:r>
              <a:rPr lang="fr-FR" sz="1400" dirty="0">
                <a:latin typeface="Daytona" panose="020B0604030500040204" pitchFamily="34" charset="0"/>
              </a:rPr>
              <a:t> key</a:t>
            </a:r>
          </a:p>
        </p:txBody>
      </p:sp>
      <p:pic>
        <p:nvPicPr>
          <p:cNvPr id="78" name="Image 77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42BA1720-6363-FAAD-A1E9-2E9D4B71C4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0086583" y="4996608"/>
            <a:ext cx="504282" cy="504282"/>
          </a:xfrm>
          <a:prstGeom prst="rect">
            <a:avLst/>
          </a:prstGeom>
        </p:spPr>
      </p:pic>
      <p:pic>
        <p:nvPicPr>
          <p:cNvPr id="79" name="Image 78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2F9E2E31-DCE6-E74D-72FB-0A987529F4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2515859" y="2363093"/>
            <a:ext cx="504282" cy="504282"/>
          </a:xfrm>
          <a:prstGeom prst="rect">
            <a:avLst/>
          </a:prstGeom>
        </p:spPr>
      </p:pic>
      <p:pic>
        <p:nvPicPr>
          <p:cNvPr id="80" name="Image 79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1B4E852C-2092-F555-2E42-A8AEF404B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6570390" y="1182699"/>
            <a:ext cx="504282" cy="504282"/>
          </a:xfrm>
          <a:prstGeom prst="rect">
            <a:avLst/>
          </a:prstGeom>
        </p:spPr>
      </p:pic>
      <p:pic>
        <p:nvPicPr>
          <p:cNvPr id="83" name="Image 82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4CB31CD-F331-08C2-5277-6BD775666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2529510" y="4271057"/>
            <a:ext cx="472096" cy="472096"/>
          </a:xfrm>
          <a:prstGeom prst="rect">
            <a:avLst/>
          </a:prstGeom>
        </p:spPr>
      </p:pic>
      <p:sp>
        <p:nvSpPr>
          <p:cNvPr id="86" name="Accolade fermante 85">
            <a:extLst>
              <a:ext uri="{FF2B5EF4-FFF2-40B4-BE49-F238E27FC236}">
                <a16:creationId xmlns:a16="http://schemas.microsoft.com/office/drawing/2014/main" id="{651BA04D-943C-C727-2B59-1F4858F1D1EE}"/>
              </a:ext>
            </a:extLst>
          </p:cNvPr>
          <p:cNvSpPr/>
          <p:nvPr/>
        </p:nvSpPr>
        <p:spPr>
          <a:xfrm>
            <a:off x="6182358" y="5390990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8" name="Image 87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57D98003-01A2-9384-14F5-AB4853D16F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6262958" y="5385736"/>
            <a:ext cx="504282" cy="504282"/>
          </a:xfrm>
          <a:prstGeom prst="rect">
            <a:avLst/>
          </a:prstGeom>
        </p:spPr>
      </p:pic>
      <p:sp>
        <p:nvSpPr>
          <p:cNvPr id="90" name="Accolade fermante 89">
            <a:extLst>
              <a:ext uri="{FF2B5EF4-FFF2-40B4-BE49-F238E27FC236}">
                <a16:creationId xmlns:a16="http://schemas.microsoft.com/office/drawing/2014/main" id="{8EADCA15-509F-4DDF-3F44-123AAA89BBDA}"/>
              </a:ext>
            </a:extLst>
          </p:cNvPr>
          <p:cNvSpPr/>
          <p:nvPr/>
        </p:nvSpPr>
        <p:spPr>
          <a:xfrm>
            <a:off x="10221665" y="1734271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1" name="Image 90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6560BE70-4CBC-5081-D63C-1E422B23D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0302265" y="1729017"/>
            <a:ext cx="504282" cy="504282"/>
          </a:xfrm>
          <a:prstGeom prst="rect">
            <a:avLst/>
          </a:prstGeom>
        </p:spPr>
      </p:pic>
      <p:sp>
        <p:nvSpPr>
          <p:cNvPr id="92" name="Accolade fermante 91">
            <a:extLst>
              <a:ext uri="{FF2B5EF4-FFF2-40B4-BE49-F238E27FC236}">
                <a16:creationId xmlns:a16="http://schemas.microsoft.com/office/drawing/2014/main" id="{A3479C90-0FDC-909B-CD58-AE1F8494F205}"/>
              </a:ext>
            </a:extLst>
          </p:cNvPr>
          <p:cNvSpPr/>
          <p:nvPr/>
        </p:nvSpPr>
        <p:spPr>
          <a:xfrm>
            <a:off x="10156953" y="3487869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3" name="Image 92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228BF651-4665-4AD8-944C-A736A6AF1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0237553" y="3482615"/>
            <a:ext cx="504282" cy="50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294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AB5E7-C3EA-4C4C-E8BD-E538BDC6A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629D2-3683-9002-8C83-15FE9D747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Daytona" panose="020B0604030500040204" pitchFamily="34" charset="0"/>
              </a:rPr>
              <a:t>New </a:t>
            </a:r>
            <a:r>
              <a:rPr lang="fr-FR" dirty="0" err="1">
                <a:latin typeface="Daytona" panose="020B0604030500040204" pitchFamily="34" charset="0"/>
              </a:rPr>
              <a:t>event</a:t>
            </a:r>
            <a:r>
              <a:rPr lang="fr-FR" dirty="0">
                <a:latin typeface="Daytona" panose="020B0604030500040204" pitchFamily="34" charset="0"/>
              </a:rPr>
              <a:t> </a:t>
            </a:r>
            <a:r>
              <a:rPr lang="fr-FR" dirty="0" err="1">
                <a:latin typeface="Daytona" panose="020B0604030500040204" pitchFamily="34" charset="0"/>
              </a:rPr>
              <a:t>incoming</a:t>
            </a:r>
            <a:r>
              <a:rPr lang="fr-FR" dirty="0">
                <a:latin typeface="Daytona" panose="020B0604030500040204" pitchFamily="34" charset="0"/>
              </a:rPr>
              <a:t> ? 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F0786BB1-467A-3C0C-CE31-EC225AA41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5F0A7F54-DD9B-76D1-E741-15B9E54246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49251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487774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174</Words>
  <Application>Microsoft Office PowerPoint</Application>
  <PresentationFormat>Grand écran</PresentationFormat>
  <Paragraphs>83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Daytona</vt:lpstr>
      <vt:lpstr>Thème Office</vt:lpstr>
      <vt:lpstr>MiCa-Expo-App</vt:lpstr>
      <vt:lpstr>Contents</vt:lpstr>
      <vt:lpstr>1 - Overview</vt:lpstr>
      <vt:lpstr>DATA-ETL</vt:lpstr>
      <vt:lpstr>Data model V0.01</vt:lpstr>
      <vt:lpstr>Data model</vt:lpstr>
      <vt:lpstr>New event incoming ? </vt:lpstr>
    </vt:vector>
  </TitlesOfParts>
  <Company>SAFRAN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BLAZEVIC Michel (SAFRAN AEROSYSTEMS)</dc:creator>
  <cp:lastModifiedBy>BLAZEVIC Michel (SAFRAN AEROSYSTEMS)</cp:lastModifiedBy>
  <cp:revision>18</cp:revision>
  <dcterms:created xsi:type="dcterms:W3CDTF">2025-12-23T10:55:54Z</dcterms:created>
  <dcterms:modified xsi:type="dcterms:W3CDTF">2025-12-24T15:22:09Z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f666666-579e-4c80-8bd7-42ec62fad65d_Enabled">
    <vt:lpwstr>true</vt:lpwstr>
  </property>
  <property fmtid="{D5CDD505-2E9C-101B-9397-08002B2CF9AE}" pid="3" name="MSIP_Label_bf666666-579e-4c80-8bd7-42ec62fad65d_SetDate">
    <vt:lpwstr>2025-12-23T15:26:14Z</vt:lpwstr>
  </property>
  <property fmtid="{D5CDD505-2E9C-101B-9397-08002B2CF9AE}" pid="4" name="MSIP_Label_bf666666-579e-4c80-8bd7-42ec62fad65d_Method">
    <vt:lpwstr>Privileged</vt:lpwstr>
  </property>
  <property fmtid="{D5CDD505-2E9C-101B-9397-08002B2CF9AE}" pid="5" name="MSIP_Label_bf666666-579e-4c80-8bd7-42ec62fad65d_Name">
    <vt:lpwstr>C1 - public</vt:lpwstr>
  </property>
  <property fmtid="{D5CDD505-2E9C-101B-9397-08002B2CF9AE}" pid="6" name="MSIP_Label_bf666666-579e-4c80-8bd7-42ec62fad65d_SiteId">
    <vt:lpwstr>d52b49b7-0c8f-4d89-8c4f-f20517306e08</vt:lpwstr>
  </property>
  <property fmtid="{D5CDD505-2E9C-101B-9397-08002B2CF9AE}" pid="7" name="MSIP_Label_bf666666-579e-4c80-8bd7-42ec62fad65d_ActionId">
    <vt:lpwstr>34f0bc6c-645e-4251-89ab-c16a778efe75</vt:lpwstr>
  </property>
  <property fmtid="{D5CDD505-2E9C-101B-9397-08002B2CF9AE}" pid="8" name="MSIP_Label_bf666666-579e-4c80-8bd7-42ec62fad65d_ContentBits">
    <vt:lpwstr>0</vt:lpwstr>
  </property>
  <property fmtid="{D5CDD505-2E9C-101B-9397-08002B2CF9AE}" pid="9" name="MSIP_Label_bf666666-579e-4c80-8bd7-42ec62fad65d_Tag">
    <vt:lpwstr>10, 0, 1, 1</vt:lpwstr>
  </property>
</Properties>
</file>