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67" r:id="rId5"/>
    <p:sldId id="261" r:id="rId6"/>
    <p:sldId id="259" r:id="rId7"/>
    <p:sldId id="266" r:id="rId8"/>
    <p:sldId id="260" r:id="rId9"/>
    <p:sldId id="262" r:id="rId10"/>
    <p:sldId id="265" r:id="rId11"/>
    <p:sldId id="264" r:id="rId12"/>
    <p:sldId id="263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F64D35-7D1A-4CE8-899A-3D63BB117E02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BE06A60-CE81-41E1-925A-F6AFBD63F271}">
      <dgm:prSet phldrT="[Texte]" phldr="0"/>
      <dgm:spPr/>
      <dgm:t>
        <a:bodyPr/>
        <a:lstStyle/>
        <a:p>
          <a:r>
            <a:rPr lang="fr-FR" dirty="0" err="1"/>
            <a:t>event_id</a:t>
          </a:r>
          <a:r>
            <a:rPr lang="fr-FR" dirty="0"/>
            <a:t> </a:t>
          </a:r>
          <a:r>
            <a:rPr lang="fr-FR" dirty="0" err="1"/>
            <a:t>exists</a:t>
          </a:r>
          <a:endParaRPr lang="fr-FR" dirty="0"/>
        </a:p>
      </dgm:t>
    </dgm:pt>
    <dgm:pt modelId="{79065B10-3B1C-477E-9146-AA2CBC968310}" type="parTrans" cxnId="{BA213A3D-73C2-47FA-89C5-D24B5A66C63F}">
      <dgm:prSet/>
      <dgm:spPr/>
      <dgm:t>
        <a:bodyPr/>
        <a:lstStyle/>
        <a:p>
          <a:endParaRPr lang="fr-FR"/>
        </a:p>
      </dgm:t>
    </dgm:pt>
    <dgm:pt modelId="{78E44D09-5ACF-44CF-91B5-8A269BAF3F31}" type="sibTrans" cxnId="{BA213A3D-73C2-47FA-89C5-D24B5A66C63F}">
      <dgm:prSet/>
      <dgm:spPr/>
      <dgm:t>
        <a:bodyPr/>
        <a:lstStyle/>
        <a:p>
          <a:endParaRPr lang="fr-FR"/>
        </a:p>
      </dgm:t>
    </dgm:pt>
    <dgm:pt modelId="{A6920D66-2DCC-4169-8475-484C9BAACE83}">
      <dgm:prSet phldrT="[Texte]" phldr="0"/>
      <dgm:spPr/>
      <dgm:t>
        <a:bodyPr/>
        <a:lstStyle/>
        <a:p>
          <a:r>
            <a:rPr lang="fr-FR" b="1" u="sng" dirty="0"/>
            <a:t>Update </a:t>
          </a:r>
          <a:r>
            <a:rPr lang="fr-FR" b="1" u="sng" dirty="0" err="1"/>
            <a:t>event</a:t>
          </a:r>
          <a:endParaRPr lang="fr-FR" b="1" u="sng" dirty="0"/>
        </a:p>
        <a:p>
          <a:r>
            <a:rPr lang="fr-FR" dirty="0"/>
            <a:t>Location </a:t>
          </a:r>
          <a:r>
            <a:rPr lang="fr-FR" dirty="0" err="1"/>
            <a:t>exists</a:t>
          </a:r>
          <a:endParaRPr lang="fr-FR" dirty="0"/>
        </a:p>
      </dgm:t>
    </dgm:pt>
    <dgm:pt modelId="{3A613535-3E22-4E1A-AEBD-647E48E6F381}" type="parTrans" cxnId="{CFB68D59-88C0-4D27-BF76-BAA6FBA71E14}">
      <dgm:prSet/>
      <dgm:spPr/>
      <dgm:t>
        <a:bodyPr/>
        <a:lstStyle/>
        <a:p>
          <a:endParaRPr lang="fr-FR"/>
        </a:p>
      </dgm:t>
    </dgm:pt>
    <dgm:pt modelId="{34297F43-55A0-47FB-B2F0-1ACE02D706D4}" type="sibTrans" cxnId="{CFB68D59-88C0-4D27-BF76-BAA6FBA71E14}">
      <dgm:prSet/>
      <dgm:spPr/>
      <dgm:t>
        <a:bodyPr/>
        <a:lstStyle/>
        <a:p>
          <a:endParaRPr lang="fr-FR"/>
        </a:p>
      </dgm:t>
    </dgm:pt>
    <dgm:pt modelId="{AE9533FE-22CE-47DF-9756-4509B9D58652}">
      <dgm:prSet phldrT="[Texte]" phldr="0"/>
      <dgm:spPr/>
      <dgm:t>
        <a:bodyPr/>
        <a:lstStyle/>
        <a:p>
          <a:r>
            <a:rPr lang="fr-FR" dirty="0"/>
            <a:t>set </a:t>
          </a:r>
          <a:r>
            <a:rPr lang="fr-FR" dirty="0" err="1"/>
            <a:t>id_location</a:t>
          </a:r>
          <a:endParaRPr lang="fr-FR" dirty="0"/>
        </a:p>
      </dgm:t>
    </dgm:pt>
    <dgm:pt modelId="{FB119D64-00FA-48E5-8E6F-1ADB72912CA7}" type="parTrans" cxnId="{833F69DB-81CD-4636-ADF4-D6A433769537}">
      <dgm:prSet/>
      <dgm:spPr/>
      <dgm:t>
        <a:bodyPr/>
        <a:lstStyle/>
        <a:p>
          <a:endParaRPr lang="fr-FR"/>
        </a:p>
      </dgm:t>
    </dgm:pt>
    <dgm:pt modelId="{90F6475D-4DF6-4F58-BB67-32C3B48E5760}" type="sibTrans" cxnId="{833F69DB-81CD-4636-ADF4-D6A433769537}">
      <dgm:prSet/>
      <dgm:spPr/>
      <dgm:t>
        <a:bodyPr/>
        <a:lstStyle/>
        <a:p>
          <a:endParaRPr lang="fr-FR"/>
        </a:p>
      </dgm:t>
    </dgm:pt>
    <dgm:pt modelId="{DBD1B7E0-5432-4528-9168-AA0048D30B07}">
      <dgm:prSet phldrT="[Texte]" phldr="0"/>
      <dgm:spPr/>
      <dgm:t>
        <a:bodyPr/>
        <a:lstStyle/>
        <a:p>
          <a:r>
            <a:rPr lang="fr-FR" dirty="0" err="1"/>
            <a:t>Create</a:t>
          </a:r>
          <a:r>
            <a:rPr lang="fr-FR" dirty="0"/>
            <a:t> &amp; set id location </a:t>
          </a:r>
        </a:p>
      </dgm:t>
    </dgm:pt>
    <dgm:pt modelId="{DB754B24-E119-492D-94E7-223B2BC29FBF}" type="parTrans" cxnId="{6EBC75CF-E66D-4842-AFD9-0F869C160762}">
      <dgm:prSet/>
      <dgm:spPr/>
      <dgm:t>
        <a:bodyPr/>
        <a:lstStyle/>
        <a:p>
          <a:endParaRPr lang="fr-FR"/>
        </a:p>
      </dgm:t>
    </dgm:pt>
    <dgm:pt modelId="{784B4605-5503-499F-B445-699F32C2095A}" type="sibTrans" cxnId="{6EBC75CF-E66D-4842-AFD9-0F869C160762}">
      <dgm:prSet/>
      <dgm:spPr/>
      <dgm:t>
        <a:bodyPr/>
        <a:lstStyle/>
        <a:p>
          <a:endParaRPr lang="fr-FR"/>
        </a:p>
      </dgm:t>
    </dgm:pt>
    <dgm:pt modelId="{67ABBE54-2D32-4E95-929C-63AB9376DDE2}">
      <dgm:prSet phldrT="[Texte]" phldr="0"/>
      <dgm:spPr/>
      <dgm:t>
        <a:bodyPr/>
        <a:lstStyle/>
        <a:p>
          <a:r>
            <a:rPr lang="fr-FR" b="1" u="sng" dirty="0"/>
            <a:t>Insert </a:t>
          </a:r>
          <a:r>
            <a:rPr lang="fr-FR" b="1" u="sng" dirty="0" err="1"/>
            <a:t>event</a:t>
          </a:r>
          <a:endParaRPr lang="fr-FR" b="1" u="sng" dirty="0"/>
        </a:p>
        <a:p>
          <a:r>
            <a:rPr lang="fr-FR" b="0" u="none" dirty="0"/>
            <a:t>Locations </a:t>
          </a:r>
          <a:r>
            <a:rPr lang="fr-FR" b="0" u="none" dirty="0" err="1"/>
            <a:t>exists</a:t>
          </a:r>
          <a:endParaRPr lang="fr-FR" b="0" u="none" dirty="0"/>
        </a:p>
      </dgm:t>
    </dgm:pt>
    <dgm:pt modelId="{A468D70A-5FA6-4003-B36E-22F87F3E501E}" type="parTrans" cxnId="{CCBD7033-D255-4850-BAC7-ECAD942FBA00}">
      <dgm:prSet/>
      <dgm:spPr/>
      <dgm:t>
        <a:bodyPr/>
        <a:lstStyle/>
        <a:p>
          <a:endParaRPr lang="fr-FR"/>
        </a:p>
      </dgm:t>
    </dgm:pt>
    <dgm:pt modelId="{015A5D2C-28D0-4346-B363-CAF8C775AF3A}" type="sibTrans" cxnId="{CCBD7033-D255-4850-BAC7-ECAD942FBA00}">
      <dgm:prSet/>
      <dgm:spPr/>
      <dgm:t>
        <a:bodyPr/>
        <a:lstStyle/>
        <a:p>
          <a:endParaRPr lang="fr-FR"/>
        </a:p>
      </dgm:t>
    </dgm:pt>
    <dgm:pt modelId="{651630F3-2933-4ED2-A80D-304E3026C848}">
      <dgm:prSet phldrT="[Texte]" phldr="0"/>
      <dgm:spPr/>
      <dgm:t>
        <a:bodyPr/>
        <a:lstStyle/>
        <a:p>
          <a:r>
            <a:rPr lang="fr-FR" dirty="0"/>
            <a:t>set </a:t>
          </a:r>
          <a:r>
            <a:rPr lang="fr-FR" dirty="0" err="1"/>
            <a:t>id_location</a:t>
          </a:r>
          <a:endParaRPr lang="fr-FR" dirty="0"/>
        </a:p>
      </dgm:t>
    </dgm:pt>
    <dgm:pt modelId="{1C83406D-1EFF-4ECA-9C85-C1178343344B}" type="parTrans" cxnId="{D90FC066-FCE8-41D8-BF8C-CA9578899326}">
      <dgm:prSet/>
      <dgm:spPr/>
      <dgm:t>
        <a:bodyPr/>
        <a:lstStyle/>
        <a:p>
          <a:endParaRPr lang="fr-FR"/>
        </a:p>
      </dgm:t>
    </dgm:pt>
    <dgm:pt modelId="{F3B21878-08E5-4AB0-BCF5-5AF88D41FC28}" type="sibTrans" cxnId="{D90FC066-FCE8-41D8-BF8C-CA9578899326}">
      <dgm:prSet/>
      <dgm:spPr/>
      <dgm:t>
        <a:bodyPr/>
        <a:lstStyle/>
        <a:p>
          <a:endParaRPr lang="fr-FR"/>
        </a:p>
      </dgm:t>
    </dgm:pt>
    <dgm:pt modelId="{65E836FD-9A0E-4B79-AB6B-9106B5E891DB}">
      <dgm:prSet phldrT="[Texte]" phldr="0"/>
      <dgm:spPr/>
      <dgm:t>
        <a:bodyPr/>
        <a:lstStyle/>
        <a:p>
          <a:r>
            <a:rPr lang="fr-FR" dirty="0" err="1"/>
            <a:t>Create</a:t>
          </a:r>
          <a:r>
            <a:rPr lang="fr-FR" dirty="0"/>
            <a:t> &amp; set id location </a:t>
          </a:r>
        </a:p>
      </dgm:t>
    </dgm:pt>
    <dgm:pt modelId="{2250ECDE-543B-45D1-A631-83E6D9328227}" type="parTrans" cxnId="{7703A5D9-2C9C-409E-916C-5758590AA722}">
      <dgm:prSet/>
      <dgm:spPr/>
      <dgm:t>
        <a:bodyPr/>
        <a:lstStyle/>
        <a:p>
          <a:endParaRPr lang="fr-FR"/>
        </a:p>
      </dgm:t>
    </dgm:pt>
    <dgm:pt modelId="{09208068-77D2-4275-AFD1-BC3B36624D2D}" type="sibTrans" cxnId="{7703A5D9-2C9C-409E-916C-5758590AA722}">
      <dgm:prSet/>
      <dgm:spPr/>
      <dgm:t>
        <a:bodyPr/>
        <a:lstStyle/>
        <a:p>
          <a:endParaRPr lang="fr-FR"/>
        </a:p>
      </dgm:t>
    </dgm:pt>
    <dgm:pt modelId="{C0249208-8751-4E39-B42C-CC9289A2D15A}" type="pres">
      <dgm:prSet presAssocID="{47F64D35-7D1A-4CE8-899A-3D63BB117E0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F8BBA35-B2C0-4D06-AB70-9E2BF00A3BDB}" type="pres">
      <dgm:prSet presAssocID="{8BE06A60-CE81-41E1-925A-F6AFBD63F271}" presName="root1" presStyleCnt="0"/>
      <dgm:spPr/>
    </dgm:pt>
    <dgm:pt modelId="{EAAB3F83-CAC7-462D-BE5A-8D77A85D01F8}" type="pres">
      <dgm:prSet presAssocID="{8BE06A60-CE81-41E1-925A-F6AFBD63F271}" presName="LevelOneTextNode" presStyleLbl="node0" presStyleIdx="0" presStyleCnt="1">
        <dgm:presLayoutVars>
          <dgm:chPref val="3"/>
        </dgm:presLayoutVars>
      </dgm:prSet>
      <dgm:spPr/>
    </dgm:pt>
    <dgm:pt modelId="{034190F8-2A40-4590-8465-6DFAF6214D59}" type="pres">
      <dgm:prSet presAssocID="{8BE06A60-CE81-41E1-925A-F6AFBD63F271}" presName="level2hierChild" presStyleCnt="0"/>
      <dgm:spPr/>
    </dgm:pt>
    <dgm:pt modelId="{8836677F-8501-43DB-A11E-EEE7F3CEB3BA}" type="pres">
      <dgm:prSet presAssocID="{3A613535-3E22-4E1A-AEBD-647E48E6F381}" presName="conn2-1" presStyleLbl="parChTrans1D2" presStyleIdx="0" presStyleCnt="2"/>
      <dgm:spPr/>
    </dgm:pt>
    <dgm:pt modelId="{E0541BB4-21CE-4F09-955F-B70E7B561D5F}" type="pres">
      <dgm:prSet presAssocID="{3A613535-3E22-4E1A-AEBD-647E48E6F381}" presName="connTx" presStyleLbl="parChTrans1D2" presStyleIdx="0" presStyleCnt="2"/>
      <dgm:spPr/>
    </dgm:pt>
    <dgm:pt modelId="{29342F2F-27EA-4833-8E27-8859059A9F0B}" type="pres">
      <dgm:prSet presAssocID="{A6920D66-2DCC-4169-8475-484C9BAACE83}" presName="root2" presStyleCnt="0"/>
      <dgm:spPr/>
    </dgm:pt>
    <dgm:pt modelId="{EA989423-B13C-437B-8CF9-806145F4BB4E}" type="pres">
      <dgm:prSet presAssocID="{A6920D66-2DCC-4169-8475-484C9BAACE83}" presName="LevelTwoTextNode" presStyleLbl="node2" presStyleIdx="0" presStyleCnt="2">
        <dgm:presLayoutVars>
          <dgm:chPref val="3"/>
        </dgm:presLayoutVars>
      </dgm:prSet>
      <dgm:spPr/>
    </dgm:pt>
    <dgm:pt modelId="{691DC8ED-8114-41E4-89C6-D1C9694F49D4}" type="pres">
      <dgm:prSet presAssocID="{A6920D66-2DCC-4169-8475-484C9BAACE83}" presName="level3hierChild" presStyleCnt="0"/>
      <dgm:spPr/>
    </dgm:pt>
    <dgm:pt modelId="{0A8AC4B7-2301-4E7E-A0E0-C9508AA0AAD7}" type="pres">
      <dgm:prSet presAssocID="{FB119D64-00FA-48E5-8E6F-1ADB72912CA7}" presName="conn2-1" presStyleLbl="parChTrans1D3" presStyleIdx="0" presStyleCnt="4"/>
      <dgm:spPr/>
    </dgm:pt>
    <dgm:pt modelId="{8D14AA9A-D89A-4DDC-B877-3B3B09F34864}" type="pres">
      <dgm:prSet presAssocID="{FB119D64-00FA-48E5-8E6F-1ADB72912CA7}" presName="connTx" presStyleLbl="parChTrans1D3" presStyleIdx="0" presStyleCnt="4"/>
      <dgm:spPr/>
    </dgm:pt>
    <dgm:pt modelId="{2F2EB584-FB7E-426E-BB61-B09457332656}" type="pres">
      <dgm:prSet presAssocID="{AE9533FE-22CE-47DF-9756-4509B9D58652}" presName="root2" presStyleCnt="0"/>
      <dgm:spPr/>
    </dgm:pt>
    <dgm:pt modelId="{3B342A01-07CB-4197-A2E9-749D0AF17D75}" type="pres">
      <dgm:prSet presAssocID="{AE9533FE-22CE-47DF-9756-4509B9D58652}" presName="LevelTwoTextNode" presStyleLbl="node3" presStyleIdx="0" presStyleCnt="4">
        <dgm:presLayoutVars>
          <dgm:chPref val="3"/>
        </dgm:presLayoutVars>
      </dgm:prSet>
      <dgm:spPr/>
    </dgm:pt>
    <dgm:pt modelId="{323667BD-186F-47A2-AA49-F426CF02F80B}" type="pres">
      <dgm:prSet presAssocID="{AE9533FE-22CE-47DF-9756-4509B9D58652}" presName="level3hierChild" presStyleCnt="0"/>
      <dgm:spPr/>
    </dgm:pt>
    <dgm:pt modelId="{FFF2F3C4-97E2-4470-AC5F-40B80692C001}" type="pres">
      <dgm:prSet presAssocID="{DB754B24-E119-492D-94E7-223B2BC29FBF}" presName="conn2-1" presStyleLbl="parChTrans1D3" presStyleIdx="1" presStyleCnt="4"/>
      <dgm:spPr/>
    </dgm:pt>
    <dgm:pt modelId="{ED42B06B-07F5-466E-87B1-8C105C5106C9}" type="pres">
      <dgm:prSet presAssocID="{DB754B24-E119-492D-94E7-223B2BC29FBF}" presName="connTx" presStyleLbl="parChTrans1D3" presStyleIdx="1" presStyleCnt="4"/>
      <dgm:spPr/>
    </dgm:pt>
    <dgm:pt modelId="{930D2C87-302B-4903-851A-0F42F84A8B24}" type="pres">
      <dgm:prSet presAssocID="{DBD1B7E0-5432-4528-9168-AA0048D30B07}" presName="root2" presStyleCnt="0"/>
      <dgm:spPr/>
    </dgm:pt>
    <dgm:pt modelId="{1EDCD79A-E9ED-46CB-887D-B3733EEF834C}" type="pres">
      <dgm:prSet presAssocID="{DBD1B7E0-5432-4528-9168-AA0048D30B07}" presName="LevelTwoTextNode" presStyleLbl="node3" presStyleIdx="1" presStyleCnt="4">
        <dgm:presLayoutVars>
          <dgm:chPref val="3"/>
        </dgm:presLayoutVars>
      </dgm:prSet>
      <dgm:spPr/>
    </dgm:pt>
    <dgm:pt modelId="{9B6D3BCF-0A81-4D6B-8013-FE8726CE3623}" type="pres">
      <dgm:prSet presAssocID="{DBD1B7E0-5432-4528-9168-AA0048D30B07}" presName="level3hierChild" presStyleCnt="0"/>
      <dgm:spPr/>
    </dgm:pt>
    <dgm:pt modelId="{E82A200A-3A4D-4DDF-851D-E8791A8FD470}" type="pres">
      <dgm:prSet presAssocID="{A468D70A-5FA6-4003-B36E-22F87F3E501E}" presName="conn2-1" presStyleLbl="parChTrans1D2" presStyleIdx="1" presStyleCnt="2"/>
      <dgm:spPr/>
    </dgm:pt>
    <dgm:pt modelId="{440A976B-62B6-4630-88B1-45003D5E702C}" type="pres">
      <dgm:prSet presAssocID="{A468D70A-5FA6-4003-B36E-22F87F3E501E}" presName="connTx" presStyleLbl="parChTrans1D2" presStyleIdx="1" presStyleCnt="2"/>
      <dgm:spPr/>
    </dgm:pt>
    <dgm:pt modelId="{5248D61C-28E0-4ED1-83BD-29F9FC898D82}" type="pres">
      <dgm:prSet presAssocID="{67ABBE54-2D32-4E95-929C-63AB9376DDE2}" presName="root2" presStyleCnt="0"/>
      <dgm:spPr/>
    </dgm:pt>
    <dgm:pt modelId="{7A822BF9-E4E6-4A76-9DC7-1ED2B6624AA1}" type="pres">
      <dgm:prSet presAssocID="{67ABBE54-2D32-4E95-929C-63AB9376DDE2}" presName="LevelTwoTextNode" presStyleLbl="node2" presStyleIdx="1" presStyleCnt="2">
        <dgm:presLayoutVars>
          <dgm:chPref val="3"/>
        </dgm:presLayoutVars>
      </dgm:prSet>
      <dgm:spPr/>
    </dgm:pt>
    <dgm:pt modelId="{8720B189-57FB-4589-B080-D479A554A635}" type="pres">
      <dgm:prSet presAssocID="{67ABBE54-2D32-4E95-929C-63AB9376DDE2}" presName="level3hierChild" presStyleCnt="0"/>
      <dgm:spPr/>
    </dgm:pt>
    <dgm:pt modelId="{6EDD9011-AEAC-49B4-A0B2-48C13E1945EE}" type="pres">
      <dgm:prSet presAssocID="{1C83406D-1EFF-4ECA-9C85-C1178343344B}" presName="conn2-1" presStyleLbl="parChTrans1D3" presStyleIdx="2" presStyleCnt="4"/>
      <dgm:spPr/>
    </dgm:pt>
    <dgm:pt modelId="{E6847185-60E4-4773-9FE9-41DA8B6468EF}" type="pres">
      <dgm:prSet presAssocID="{1C83406D-1EFF-4ECA-9C85-C1178343344B}" presName="connTx" presStyleLbl="parChTrans1D3" presStyleIdx="2" presStyleCnt="4"/>
      <dgm:spPr/>
    </dgm:pt>
    <dgm:pt modelId="{933C5768-2523-4FE2-A57C-F20F30025D3D}" type="pres">
      <dgm:prSet presAssocID="{651630F3-2933-4ED2-A80D-304E3026C848}" presName="root2" presStyleCnt="0"/>
      <dgm:spPr/>
    </dgm:pt>
    <dgm:pt modelId="{2216DCC3-D99D-4230-9EE6-2B93D30A33A5}" type="pres">
      <dgm:prSet presAssocID="{651630F3-2933-4ED2-A80D-304E3026C848}" presName="LevelTwoTextNode" presStyleLbl="node3" presStyleIdx="2" presStyleCnt="4">
        <dgm:presLayoutVars>
          <dgm:chPref val="3"/>
        </dgm:presLayoutVars>
      </dgm:prSet>
      <dgm:spPr/>
    </dgm:pt>
    <dgm:pt modelId="{6EBFDE12-FF39-4F55-8BEE-78B7E35CBC41}" type="pres">
      <dgm:prSet presAssocID="{651630F3-2933-4ED2-A80D-304E3026C848}" presName="level3hierChild" presStyleCnt="0"/>
      <dgm:spPr/>
    </dgm:pt>
    <dgm:pt modelId="{0809080D-0F24-43C4-B8D7-D359D404E399}" type="pres">
      <dgm:prSet presAssocID="{2250ECDE-543B-45D1-A631-83E6D9328227}" presName="conn2-1" presStyleLbl="parChTrans1D3" presStyleIdx="3" presStyleCnt="4"/>
      <dgm:spPr/>
    </dgm:pt>
    <dgm:pt modelId="{61FBF63F-2DBB-45A4-9211-E4661E206D47}" type="pres">
      <dgm:prSet presAssocID="{2250ECDE-543B-45D1-A631-83E6D9328227}" presName="connTx" presStyleLbl="parChTrans1D3" presStyleIdx="3" presStyleCnt="4"/>
      <dgm:spPr/>
    </dgm:pt>
    <dgm:pt modelId="{71DD6721-CA92-46A2-A73E-A5EDF1B7D1F3}" type="pres">
      <dgm:prSet presAssocID="{65E836FD-9A0E-4B79-AB6B-9106B5E891DB}" presName="root2" presStyleCnt="0"/>
      <dgm:spPr/>
    </dgm:pt>
    <dgm:pt modelId="{95448BBA-02D6-4147-8384-49EDF8DD7DE6}" type="pres">
      <dgm:prSet presAssocID="{65E836FD-9A0E-4B79-AB6B-9106B5E891DB}" presName="LevelTwoTextNode" presStyleLbl="node3" presStyleIdx="3" presStyleCnt="4">
        <dgm:presLayoutVars>
          <dgm:chPref val="3"/>
        </dgm:presLayoutVars>
      </dgm:prSet>
      <dgm:spPr/>
    </dgm:pt>
    <dgm:pt modelId="{51C16B8D-9208-4F14-A222-A16BC1FEF2EC}" type="pres">
      <dgm:prSet presAssocID="{65E836FD-9A0E-4B79-AB6B-9106B5E891DB}" presName="level3hierChild" presStyleCnt="0"/>
      <dgm:spPr/>
    </dgm:pt>
  </dgm:ptLst>
  <dgm:cxnLst>
    <dgm:cxn modelId="{753B2F08-0A99-47C5-B8C6-BB46B51A0837}" type="presOf" srcId="{1C83406D-1EFF-4ECA-9C85-C1178343344B}" destId="{6EDD9011-AEAC-49B4-A0B2-48C13E1945EE}" srcOrd="0" destOrd="0" presId="urn:microsoft.com/office/officeart/2005/8/layout/hierarchy2"/>
    <dgm:cxn modelId="{74B85708-B51F-45D2-BBF1-D831008AF60E}" type="presOf" srcId="{AE9533FE-22CE-47DF-9756-4509B9D58652}" destId="{3B342A01-07CB-4197-A2E9-749D0AF17D75}" srcOrd="0" destOrd="0" presId="urn:microsoft.com/office/officeart/2005/8/layout/hierarchy2"/>
    <dgm:cxn modelId="{ADE91D0F-1C84-44C1-A7C1-B83D9A57602E}" type="presOf" srcId="{DB754B24-E119-492D-94E7-223B2BC29FBF}" destId="{ED42B06B-07F5-466E-87B1-8C105C5106C9}" srcOrd="1" destOrd="0" presId="urn:microsoft.com/office/officeart/2005/8/layout/hierarchy2"/>
    <dgm:cxn modelId="{F5025C11-DDEA-4EC7-BCE3-20C1A2F7896C}" type="presOf" srcId="{A6920D66-2DCC-4169-8475-484C9BAACE83}" destId="{EA989423-B13C-437B-8CF9-806145F4BB4E}" srcOrd="0" destOrd="0" presId="urn:microsoft.com/office/officeart/2005/8/layout/hierarchy2"/>
    <dgm:cxn modelId="{F3BF3113-CD2A-43B3-B16C-9C10CEF52390}" type="presOf" srcId="{A468D70A-5FA6-4003-B36E-22F87F3E501E}" destId="{E82A200A-3A4D-4DDF-851D-E8791A8FD470}" srcOrd="0" destOrd="0" presId="urn:microsoft.com/office/officeart/2005/8/layout/hierarchy2"/>
    <dgm:cxn modelId="{8E431C16-6650-415B-8611-52E8BA7DA4A7}" type="presOf" srcId="{1C83406D-1EFF-4ECA-9C85-C1178343344B}" destId="{E6847185-60E4-4773-9FE9-41DA8B6468EF}" srcOrd="1" destOrd="0" presId="urn:microsoft.com/office/officeart/2005/8/layout/hierarchy2"/>
    <dgm:cxn modelId="{CCBD7033-D255-4850-BAC7-ECAD942FBA00}" srcId="{8BE06A60-CE81-41E1-925A-F6AFBD63F271}" destId="{67ABBE54-2D32-4E95-929C-63AB9376DDE2}" srcOrd="1" destOrd="0" parTransId="{A468D70A-5FA6-4003-B36E-22F87F3E501E}" sibTransId="{015A5D2C-28D0-4346-B363-CAF8C775AF3A}"/>
    <dgm:cxn modelId="{E5804B39-8BA8-482E-B8AC-C7FF480459A8}" type="presOf" srcId="{A468D70A-5FA6-4003-B36E-22F87F3E501E}" destId="{440A976B-62B6-4630-88B1-45003D5E702C}" srcOrd="1" destOrd="0" presId="urn:microsoft.com/office/officeart/2005/8/layout/hierarchy2"/>
    <dgm:cxn modelId="{17B27B3B-67FC-4522-B8AC-183B7676F58F}" type="presOf" srcId="{8BE06A60-CE81-41E1-925A-F6AFBD63F271}" destId="{EAAB3F83-CAC7-462D-BE5A-8D77A85D01F8}" srcOrd="0" destOrd="0" presId="urn:microsoft.com/office/officeart/2005/8/layout/hierarchy2"/>
    <dgm:cxn modelId="{BA213A3D-73C2-47FA-89C5-D24B5A66C63F}" srcId="{47F64D35-7D1A-4CE8-899A-3D63BB117E02}" destId="{8BE06A60-CE81-41E1-925A-F6AFBD63F271}" srcOrd="0" destOrd="0" parTransId="{79065B10-3B1C-477E-9146-AA2CBC968310}" sibTransId="{78E44D09-5ACF-44CF-91B5-8A269BAF3F31}"/>
    <dgm:cxn modelId="{54E9DD5B-76B1-483C-B8C3-7AF06D6601F8}" type="presOf" srcId="{3A613535-3E22-4E1A-AEBD-647E48E6F381}" destId="{E0541BB4-21CE-4F09-955F-B70E7B561D5F}" srcOrd="1" destOrd="0" presId="urn:microsoft.com/office/officeart/2005/8/layout/hierarchy2"/>
    <dgm:cxn modelId="{D90FC066-FCE8-41D8-BF8C-CA9578899326}" srcId="{67ABBE54-2D32-4E95-929C-63AB9376DDE2}" destId="{651630F3-2933-4ED2-A80D-304E3026C848}" srcOrd="0" destOrd="0" parTransId="{1C83406D-1EFF-4ECA-9C85-C1178343344B}" sibTransId="{F3B21878-08E5-4AB0-BCF5-5AF88D41FC28}"/>
    <dgm:cxn modelId="{D3FD5267-E4AA-4A0A-AEB4-7387466E39C6}" type="presOf" srcId="{DBD1B7E0-5432-4528-9168-AA0048D30B07}" destId="{1EDCD79A-E9ED-46CB-887D-B3733EEF834C}" srcOrd="0" destOrd="0" presId="urn:microsoft.com/office/officeart/2005/8/layout/hierarchy2"/>
    <dgm:cxn modelId="{0E47E867-50FA-4E43-BBE5-36ACE8BF4900}" type="presOf" srcId="{FB119D64-00FA-48E5-8E6F-1ADB72912CA7}" destId="{0A8AC4B7-2301-4E7E-A0E0-C9508AA0AAD7}" srcOrd="0" destOrd="0" presId="urn:microsoft.com/office/officeart/2005/8/layout/hierarchy2"/>
    <dgm:cxn modelId="{788FA358-E16E-4D3B-908B-4288003A0765}" type="presOf" srcId="{67ABBE54-2D32-4E95-929C-63AB9376DDE2}" destId="{7A822BF9-E4E6-4A76-9DC7-1ED2B6624AA1}" srcOrd="0" destOrd="0" presId="urn:microsoft.com/office/officeart/2005/8/layout/hierarchy2"/>
    <dgm:cxn modelId="{1BD4EC58-DBAD-4E0B-A927-EE8758ED7438}" type="presOf" srcId="{65E836FD-9A0E-4B79-AB6B-9106B5E891DB}" destId="{95448BBA-02D6-4147-8384-49EDF8DD7DE6}" srcOrd="0" destOrd="0" presId="urn:microsoft.com/office/officeart/2005/8/layout/hierarchy2"/>
    <dgm:cxn modelId="{CFB68D59-88C0-4D27-BF76-BAA6FBA71E14}" srcId="{8BE06A60-CE81-41E1-925A-F6AFBD63F271}" destId="{A6920D66-2DCC-4169-8475-484C9BAACE83}" srcOrd="0" destOrd="0" parTransId="{3A613535-3E22-4E1A-AEBD-647E48E6F381}" sibTransId="{34297F43-55A0-47FB-B2F0-1ACE02D706D4}"/>
    <dgm:cxn modelId="{A7011B8A-BF19-4B05-AFAB-5656D8C807CC}" type="presOf" srcId="{651630F3-2933-4ED2-A80D-304E3026C848}" destId="{2216DCC3-D99D-4230-9EE6-2B93D30A33A5}" srcOrd="0" destOrd="0" presId="urn:microsoft.com/office/officeart/2005/8/layout/hierarchy2"/>
    <dgm:cxn modelId="{74489998-17F3-4F29-A048-D962E7A3ABF7}" type="presOf" srcId="{3A613535-3E22-4E1A-AEBD-647E48E6F381}" destId="{8836677F-8501-43DB-A11E-EEE7F3CEB3BA}" srcOrd="0" destOrd="0" presId="urn:microsoft.com/office/officeart/2005/8/layout/hierarchy2"/>
    <dgm:cxn modelId="{47A9C6BD-2611-4C85-B70C-9D081550F781}" type="presOf" srcId="{FB119D64-00FA-48E5-8E6F-1ADB72912CA7}" destId="{8D14AA9A-D89A-4DDC-B877-3B3B09F34864}" srcOrd="1" destOrd="0" presId="urn:microsoft.com/office/officeart/2005/8/layout/hierarchy2"/>
    <dgm:cxn modelId="{059E45CA-39FF-419E-8327-7724898EFF30}" type="presOf" srcId="{2250ECDE-543B-45D1-A631-83E6D9328227}" destId="{61FBF63F-2DBB-45A4-9211-E4661E206D47}" srcOrd="1" destOrd="0" presId="urn:microsoft.com/office/officeart/2005/8/layout/hierarchy2"/>
    <dgm:cxn modelId="{6EBC75CF-E66D-4842-AFD9-0F869C160762}" srcId="{A6920D66-2DCC-4169-8475-484C9BAACE83}" destId="{DBD1B7E0-5432-4528-9168-AA0048D30B07}" srcOrd="1" destOrd="0" parTransId="{DB754B24-E119-492D-94E7-223B2BC29FBF}" sibTransId="{784B4605-5503-499F-B445-699F32C2095A}"/>
    <dgm:cxn modelId="{3A8841D0-6816-4B95-84E1-ABC8F477D216}" type="presOf" srcId="{47F64D35-7D1A-4CE8-899A-3D63BB117E02}" destId="{C0249208-8751-4E39-B42C-CC9289A2D15A}" srcOrd="0" destOrd="0" presId="urn:microsoft.com/office/officeart/2005/8/layout/hierarchy2"/>
    <dgm:cxn modelId="{733911D7-7AE5-4BD4-AEAF-60CBE4E36566}" type="presOf" srcId="{2250ECDE-543B-45D1-A631-83E6D9328227}" destId="{0809080D-0F24-43C4-B8D7-D359D404E399}" srcOrd="0" destOrd="0" presId="urn:microsoft.com/office/officeart/2005/8/layout/hierarchy2"/>
    <dgm:cxn modelId="{7703A5D9-2C9C-409E-916C-5758590AA722}" srcId="{67ABBE54-2D32-4E95-929C-63AB9376DDE2}" destId="{65E836FD-9A0E-4B79-AB6B-9106B5E891DB}" srcOrd="1" destOrd="0" parTransId="{2250ECDE-543B-45D1-A631-83E6D9328227}" sibTransId="{09208068-77D2-4275-AFD1-BC3B36624D2D}"/>
    <dgm:cxn modelId="{833F69DB-81CD-4636-ADF4-D6A433769537}" srcId="{A6920D66-2DCC-4169-8475-484C9BAACE83}" destId="{AE9533FE-22CE-47DF-9756-4509B9D58652}" srcOrd="0" destOrd="0" parTransId="{FB119D64-00FA-48E5-8E6F-1ADB72912CA7}" sibTransId="{90F6475D-4DF6-4F58-BB67-32C3B48E5760}"/>
    <dgm:cxn modelId="{EBA211F0-D6F6-442F-BA5A-86A1BB9603FA}" type="presOf" srcId="{DB754B24-E119-492D-94E7-223B2BC29FBF}" destId="{FFF2F3C4-97E2-4470-AC5F-40B80692C001}" srcOrd="0" destOrd="0" presId="urn:microsoft.com/office/officeart/2005/8/layout/hierarchy2"/>
    <dgm:cxn modelId="{A223A994-D771-4DA5-B747-880E140076E6}" type="presParOf" srcId="{C0249208-8751-4E39-B42C-CC9289A2D15A}" destId="{FF8BBA35-B2C0-4D06-AB70-9E2BF00A3BDB}" srcOrd="0" destOrd="0" presId="urn:microsoft.com/office/officeart/2005/8/layout/hierarchy2"/>
    <dgm:cxn modelId="{D3896157-4B56-400A-8A5E-1D260472DDAF}" type="presParOf" srcId="{FF8BBA35-B2C0-4D06-AB70-9E2BF00A3BDB}" destId="{EAAB3F83-CAC7-462D-BE5A-8D77A85D01F8}" srcOrd="0" destOrd="0" presId="urn:microsoft.com/office/officeart/2005/8/layout/hierarchy2"/>
    <dgm:cxn modelId="{0F5EC513-CBD3-4CB5-9B76-58670C89E609}" type="presParOf" srcId="{FF8BBA35-B2C0-4D06-AB70-9E2BF00A3BDB}" destId="{034190F8-2A40-4590-8465-6DFAF6214D59}" srcOrd="1" destOrd="0" presId="urn:microsoft.com/office/officeart/2005/8/layout/hierarchy2"/>
    <dgm:cxn modelId="{40CB3698-C365-4BAA-A25A-7CCE19DBBD35}" type="presParOf" srcId="{034190F8-2A40-4590-8465-6DFAF6214D59}" destId="{8836677F-8501-43DB-A11E-EEE7F3CEB3BA}" srcOrd="0" destOrd="0" presId="urn:microsoft.com/office/officeart/2005/8/layout/hierarchy2"/>
    <dgm:cxn modelId="{A0B923DA-9105-41BE-98C8-D1ED207856D9}" type="presParOf" srcId="{8836677F-8501-43DB-A11E-EEE7F3CEB3BA}" destId="{E0541BB4-21CE-4F09-955F-B70E7B561D5F}" srcOrd="0" destOrd="0" presId="urn:microsoft.com/office/officeart/2005/8/layout/hierarchy2"/>
    <dgm:cxn modelId="{37F8C54B-138F-428E-8AA7-3D3E1164C294}" type="presParOf" srcId="{034190F8-2A40-4590-8465-6DFAF6214D59}" destId="{29342F2F-27EA-4833-8E27-8859059A9F0B}" srcOrd="1" destOrd="0" presId="urn:microsoft.com/office/officeart/2005/8/layout/hierarchy2"/>
    <dgm:cxn modelId="{AE278A34-D422-4DB1-B86C-55CD03D4C882}" type="presParOf" srcId="{29342F2F-27EA-4833-8E27-8859059A9F0B}" destId="{EA989423-B13C-437B-8CF9-806145F4BB4E}" srcOrd="0" destOrd="0" presId="urn:microsoft.com/office/officeart/2005/8/layout/hierarchy2"/>
    <dgm:cxn modelId="{6F16E3FD-406F-47CC-8AE7-7F7D30F301EF}" type="presParOf" srcId="{29342F2F-27EA-4833-8E27-8859059A9F0B}" destId="{691DC8ED-8114-41E4-89C6-D1C9694F49D4}" srcOrd="1" destOrd="0" presId="urn:microsoft.com/office/officeart/2005/8/layout/hierarchy2"/>
    <dgm:cxn modelId="{C1A034C1-FA63-45E7-935B-56548F002CF6}" type="presParOf" srcId="{691DC8ED-8114-41E4-89C6-D1C9694F49D4}" destId="{0A8AC4B7-2301-4E7E-A0E0-C9508AA0AAD7}" srcOrd="0" destOrd="0" presId="urn:microsoft.com/office/officeart/2005/8/layout/hierarchy2"/>
    <dgm:cxn modelId="{7D52BA7B-862B-4346-A46A-CE19199D02E0}" type="presParOf" srcId="{0A8AC4B7-2301-4E7E-A0E0-C9508AA0AAD7}" destId="{8D14AA9A-D89A-4DDC-B877-3B3B09F34864}" srcOrd="0" destOrd="0" presId="urn:microsoft.com/office/officeart/2005/8/layout/hierarchy2"/>
    <dgm:cxn modelId="{0148A3D9-C376-4AEA-9541-5B6996E96687}" type="presParOf" srcId="{691DC8ED-8114-41E4-89C6-D1C9694F49D4}" destId="{2F2EB584-FB7E-426E-BB61-B09457332656}" srcOrd="1" destOrd="0" presId="urn:microsoft.com/office/officeart/2005/8/layout/hierarchy2"/>
    <dgm:cxn modelId="{924E513C-A6EC-480C-96C4-938196EBD9E6}" type="presParOf" srcId="{2F2EB584-FB7E-426E-BB61-B09457332656}" destId="{3B342A01-07CB-4197-A2E9-749D0AF17D75}" srcOrd="0" destOrd="0" presId="urn:microsoft.com/office/officeart/2005/8/layout/hierarchy2"/>
    <dgm:cxn modelId="{0276FEC4-33FD-4687-86CC-CCA5B6A11886}" type="presParOf" srcId="{2F2EB584-FB7E-426E-BB61-B09457332656}" destId="{323667BD-186F-47A2-AA49-F426CF02F80B}" srcOrd="1" destOrd="0" presId="urn:microsoft.com/office/officeart/2005/8/layout/hierarchy2"/>
    <dgm:cxn modelId="{4EE956C3-4D98-4713-ACA9-F5BCF560436C}" type="presParOf" srcId="{691DC8ED-8114-41E4-89C6-D1C9694F49D4}" destId="{FFF2F3C4-97E2-4470-AC5F-40B80692C001}" srcOrd="2" destOrd="0" presId="urn:microsoft.com/office/officeart/2005/8/layout/hierarchy2"/>
    <dgm:cxn modelId="{CB790048-6E5A-4D41-AD6E-83FB82BA7180}" type="presParOf" srcId="{FFF2F3C4-97E2-4470-AC5F-40B80692C001}" destId="{ED42B06B-07F5-466E-87B1-8C105C5106C9}" srcOrd="0" destOrd="0" presId="urn:microsoft.com/office/officeart/2005/8/layout/hierarchy2"/>
    <dgm:cxn modelId="{EA1AB495-F41E-45BC-9910-0739117D2844}" type="presParOf" srcId="{691DC8ED-8114-41E4-89C6-D1C9694F49D4}" destId="{930D2C87-302B-4903-851A-0F42F84A8B24}" srcOrd="3" destOrd="0" presId="urn:microsoft.com/office/officeart/2005/8/layout/hierarchy2"/>
    <dgm:cxn modelId="{F4A0C144-0340-4ED9-ADC6-000AD2A9E27F}" type="presParOf" srcId="{930D2C87-302B-4903-851A-0F42F84A8B24}" destId="{1EDCD79A-E9ED-46CB-887D-B3733EEF834C}" srcOrd="0" destOrd="0" presId="urn:microsoft.com/office/officeart/2005/8/layout/hierarchy2"/>
    <dgm:cxn modelId="{EC1990CC-8C4E-456D-A029-A7566CCB4060}" type="presParOf" srcId="{930D2C87-302B-4903-851A-0F42F84A8B24}" destId="{9B6D3BCF-0A81-4D6B-8013-FE8726CE3623}" srcOrd="1" destOrd="0" presId="urn:microsoft.com/office/officeart/2005/8/layout/hierarchy2"/>
    <dgm:cxn modelId="{E075CDD5-1FF5-47A6-AF53-D4291968E82D}" type="presParOf" srcId="{034190F8-2A40-4590-8465-6DFAF6214D59}" destId="{E82A200A-3A4D-4DDF-851D-E8791A8FD470}" srcOrd="2" destOrd="0" presId="urn:microsoft.com/office/officeart/2005/8/layout/hierarchy2"/>
    <dgm:cxn modelId="{2BB644D7-41FD-4A98-84CD-C7B00902BF67}" type="presParOf" srcId="{E82A200A-3A4D-4DDF-851D-E8791A8FD470}" destId="{440A976B-62B6-4630-88B1-45003D5E702C}" srcOrd="0" destOrd="0" presId="urn:microsoft.com/office/officeart/2005/8/layout/hierarchy2"/>
    <dgm:cxn modelId="{AFFB3AFB-6778-4147-BEEB-26D519D91535}" type="presParOf" srcId="{034190F8-2A40-4590-8465-6DFAF6214D59}" destId="{5248D61C-28E0-4ED1-83BD-29F9FC898D82}" srcOrd="3" destOrd="0" presId="urn:microsoft.com/office/officeart/2005/8/layout/hierarchy2"/>
    <dgm:cxn modelId="{F65D2DED-9BC9-484C-8AB2-E4D853D39084}" type="presParOf" srcId="{5248D61C-28E0-4ED1-83BD-29F9FC898D82}" destId="{7A822BF9-E4E6-4A76-9DC7-1ED2B6624AA1}" srcOrd="0" destOrd="0" presId="urn:microsoft.com/office/officeart/2005/8/layout/hierarchy2"/>
    <dgm:cxn modelId="{F50EC80A-2AB2-4D9C-938E-8C68D26374D1}" type="presParOf" srcId="{5248D61C-28E0-4ED1-83BD-29F9FC898D82}" destId="{8720B189-57FB-4589-B080-D479A554A635}" srcOrd="1" destOrd="0" presId="urn:microsoft.com/office/officeart/2005/8/layout/hierarchy2"/>
    <dgm:cxn modelId="{AD672D75-9716-49CB-88E7-53052F6B0030}" type="presParOf" srcId="{8720B189-57FB-4589-B080-D479A554A635}" destId="{6EDD9011-AEAC-49B4-A0B2-48C13E1945EE}" srcOrd="0" destOrd="0" presId="urn:microsoft.com/office/officeart/2005/8/layout/hierarchy2"/>
    <dgm:cxn modelId="{C89BEF2E-7DE0-45DE-AF14-85596D8E1403}" type="presParOf" srcId="{6EDD9011-AEAC-49B4-A0B2-48C13E1945EE}" destId="{E6847185-60E4-4773-9FE9-41DA8B6468EF}" srcOrd="0" destOrd="0" presId="urn:microsoft.com/office/officeart/2005/8/layout/hierarchy2"/>
    <dgm:cxn modelId="{F72A3F46-4CBD-4E58-928A-9155CE534223}" type="presParOf" srcId="{8720B189-57FB-4589-B080-D479A554A635}" destId="{933C5768-2523-4FE2-A57C-F20F30025D3D}" srcOrd="1" destOrd="0" presId="urn:microsoft.com/office/officeart/2005/8/layout/hierarchy2"/>
    <dgm:cxn modelId="{D69B5789-8608-4AF2-81E4-2060FCF73341}" type="presParOf" srcId="{933C5768-2523-4FE2-A57C-F20F30025D3D}" destId="{2216DCC3-D99D-4230-9EE6-2B93D30A33A5}" srcOrd="0" destOrd="0" presId="urn:microsoft.com/office/officeart/2005/8/layout/hierarchy2"/>
    <dgm:cxn modelId="{1AE8A984-766B-4E5D-8E8D-C9DE624FB3F3}" type="presParOf" srcId="{933C5768-2523-4FE2-A57C-F20F30025D3D}" destId="{6EBFDE12-FF39-4F55-8BEE-78B7E35CBC41}" srcOrd="1" destOrd="0" presId="urn:microsoft.com/office/officeart/2005/8/layout/hierarchy2"/>
    <dgm:cxn modelId="{35F195CB-5EC3-413D-B540-F18F2885FDA8}" type="presParOf" srcId="{8720B189-57FB-4589-B080-D479A554A635}" destId="{0809080D-0F24-43C4-B8D7-D359D404E399}" srcOrd="2" destOrd="0" presId="urn:microsoft.com/office/officeart/2005/8/layout/hierarchy2"/>
    <dgm:cxn modelId="{4AB7592F-68B6-4B75-B1D1-92B469F42312}" type="presParOf" srcId="{0809080D-0F24-43C4-B8D7-D359D404E399}" destId="{61FBF63F-2DBB-45A4-9211-E4661E206D47}" srcOrd="0" destOrd="0" presId="urn:microsoft.com/office/officeart/2005/8/layout/hierarchy2"/>
    <dgm:cxn modelId="{E8612BD5-E45C-4D39-A0D6-9DD66D629A27}" type="presParOf" srcId="{8720B189-57FB-4589-B080-D479A554A635}" destId="{71DD6721-CA92-46A2-A73E-A5EDF1B7D1F3}" srcOrd="3" destOrd="0" presId="urn:microsoft.com/office/officeart/2005/8/layout/hierarchy2"/>
    <dgm:cxn modelId="{E348789C-79D8-4DBB-BDEE-63C9A5DDD78E}" type="presParOf" srcId="{71DD6721-CA92-46A2-A73E-A5EDF1B7D1F3}" destId="{95448BBA-02D6-4147-8384-49EDF8DD7DE6}" srcOrd="0" destOrd="0" presId="urn:microsoft.com/office/officeart/2005/8/layout/hierarchy2"/>
    <dgm:cxn modelId="{ADAA2446-D7A3-4F85-AD7B-2AD49514A40F}" type="presParOf" srcId="{71DD6721-CA92-46A2-A73E-A5EDF1B7D1F3}" destId="{51C16B8D-9208-4F14-A222-A16BC1FEF2EC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2EA28B-E1C5-4B7B-9567-DEE581E618D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168408D-F99A-403F-8283-4F4753E139E6}">
      <dgm:prSet phldrT="[Texte]" phldr="0"/>
      <dgm:spPr/>
      <dgm:t>
        <a:bodyPr/>
        <a:lstStyle/>
        <a:p>
          <a:r>
            <a:rPr lang="fr-FR" dirty="0"/>
            <a:t>Split API inputs</a:t>
          </a:r>
        </a:p>
      </dgm:t>
    </dgm:pt>
    <dgm:pt modelId="{23FEEEA1-8CC7-4BFF-ACC5-B69735C34294}" type="parTrans" cxnId="{A85B269E-74FA-4765-8CE5-5A75F1AB8686}">
      <dgm:prSet/>
      <dgm:spPr/>
      <dgm:t>
        <a:bodyPr/>
        <a:lstStyle/>
        <a:p>
          <a:endParaRPr lang="fr-FR"/>
        </a:p>
      </dgm:t>
    </dgm:pt>
    <dgm:pt modelId="{AC42E2DE-B00B-41E5-9397-50911109AF43}" type="sibTrans" cxnId="{A85B269E-74FA-4765-8CE5-5A75F1AB8686}">
      <dgm:prSet/>
      <dgm:spPr/>
      <dgm:t>
        <a:bodyPr/>
        <a:lstStyle/>
        <a:p>
          <a:endParaRPr lang="fr-FR"/>
        </a:p>
      </dgm:t>
    </dgm:pt>
    <dgm:pt modelId="{AE1C3363-FD9E-452A-BD56-5526163416C6}">
      <dgm:prSet phldrT="[Texte]" phldr="1"/>
      <dgm:spPr/>
      <dgm:t>
        <a:bodyPr/>
        <a:lstStyle/>
        <a:p>
          <a:endParaRPr lang="fr-FR"/>
        </a:p>
      </dgm:t>
    </dgm:pt>
    <dgm:pt modelId="{BCC81BE5-15A2-4CD3-8A8D-63123FBC7BF1}" type="parTrans" cxnId="{191AB36F-3EFE-4801-8C41-02758F53403A}">
      <dgm:prSet/>
      <dgm:spPr/>
      <dgm:t>
        <a:bodyPr/>
        <a:lstStyle/>
        <a:p>
          <a:endParaRPr lang="fr-FR"/>
        </a:p>
      </dgm:t>
    </dgm:pt>
    <dgm:pt modelId="{B3DF1A05-99B6-4A43-B952-B5851DFAEA13}" type="sibTrans" cxnId="{191AB36F-3EFE-4801-8C41-02758F53403A}">
      <dgm:prSet/>
      <dgm:spPr/>
      <dgm:t>
        <a:bodyPr/>
        <a:lstStyle/>
        <a:p>
          <a:endParaRPr lang="fr-FR"/>
        </a:p>
      </dgm:t>
    </dgm:pt>
    <dgm:pt modelId="{71C883ED-5876-408A-A6AC-D6D273163716}">
      <dgm:prSet phldrT="[Texte]" phldr="1"/>
      <dgm:spPr/>
      <dgm:t>
        <a:bodyPr/>
        <a:lstStyle/>
        <a:p>
          <a:endParaRPr lang="fr-FR"/>
        </a:p>
      </dgm:t>
    </dgm:pt>
    <dgm:pt modelId="{63360257-8E98-452B-8523-306DBDACCF45}" type="parTrans" cxnId="{43508B86-3AC3-46EF-850A-F427CF3A7276}">
      <dgm:prSet/>
      <dgm:spPr/>
      <dgm:t>
        <a:bodyPr/>
        <a:lstStyle/>
        <a:p>
          <a:endParaRPr lang="fr-FR"/>
        </a:p>
      </dgm:t>
    </dgm:pt>
    <dgm:pt modelId="{373B8BFE-C4C8-4EC6-84D4-86FFD71C7035}" type="sibTrans" cxnId="{43508B86-3AC3-46EF-850A-F427CF3A7276}">
      <dgm:prSet/>
      <dgm:spPr/>
      <dgm:t>
        <a:bodyPr/>
        <a:lstStyle/>
        <a:p>
          <a:endParaRPr lang="fr-FR"/>
        </a:p>
      </dgm:t>
    </dgm:pt>
    <dgm:pt modelId="{18289538-8523-447A-81B5-5737D4439D35}" type="pres">
      <dgm:prSet presAssocID="{F82EA28B-E1C5-4B7B-9567-DEE581E618D3}" presName="Name0" presStyleCnt="0">
        <dgm:presLayoutVars>
          <dgm:dir/>
          <dgm:resizeHandles val="exact"/>
        </dgm:presLayoutVars>
      </dgm:prSet>
      <dgm:spPr/>
    </dgm:pt>
    <dgm:pt modelId="{587054B0-2809-4AC3-A8D1-E1A6A0F3492A}" type="pres">
      <dgm:prSet presAssocID="{C168408D-F99A-403F-8283-4F4753E139E6}" presName="node" presStyleLbl="node1" presStyleIdx="0" presStyleCnt="3">
        <dgm:presLayoutVars>
          <dgm:bulletEnabled val="1"/>
        </dgm:presLayoutVars>
      </dgm:prSet>
      <dgm:spPr/>
    </dgm:pt>
    <dgm:pt modelId="{E9DDB663-A194-4921-B3C0-C5B494DC5DBE}" type="pres">
      <dgm:prSet presAssocID="{AC42E2DE-B00B-41E5-9397-50911109AF43}" presName="sibTrans" presStyleLbl="sibTrans2D1" presStyleIdx="0" presStyleCnt="2"/>
      <dgm:spPr/>
    </dgm:pt>
    <dgm:pt modelId="{55FA430B-BE5A-4176-83BE-E9B4108F44E3}" type="pres">
      <dgm:prSet presAssocID="{AC42E2DE-B00B-41E5-9397-50911109AF43}" presName="connectorText" presStyleLbl="sibTrans2D1" presStyleIdx="0" presStyleCnt="2"/>
      <dgm:spPr/>
    </dgm:pt>
    <dgm:pt modelId="{5B92966F-A06B-45CD-AD4B-ADD14077C3A5}" type="pres">
      <dgm:prSet presAssocID="{AE1C3363-FD9E-452A-BD56-5526163416C6}" presName="node" presStyleLbl="node1" presStyleIdx="1" presStyleCnt="3">
        <dgm:presLayoutVars>
          <dgm:bulletEnabled val="1"/>
        </dgm:presLayoutVars>
      </dgm:prSet>
      <dgm:spPr/>
    </dgm:pt>
    <dgm:pt modelId="{3E7D6861-2F51-4567-B213-FB96FBCC2BB7}" type="pres">
      <dgm:prSet presAssocID="{B3DF1A05-99B6-4A43-B952-B5851DFAEA13}" presName="sibTrans" presStyleLbl="sibTrans2D1" presStyleIdx="1" presStyleCnt="2"/>
      <dgm:spPr/>
    </dgm:pt>
    <dgm:pt modelId="{80D2F632-6F5B-40B9-8C02-6DB5681010B6}" type="pres">
      <dgm:prSet presAssocID="{B3DF1A05-99B6-4A43-B952-B5851DFAEA13}" presName="connectorText" presStyleLbl="sibTrans2D1" presStyleIdx="1" presStyleCnt="2"/>
      <dgm:spPr/>
    </dgm:pt>
    <dgm:pt modelId="{75FF1649-CEEA-4EA9-9C74-BCD2AA9B44E7}" type="pres">
      <dgm:prSet presAssocID="{71C883ED-5876-408A-A6AC-D6D273163716}" presName="node" presStyleLbl="node1" presStyleIdx="2" presStyleCnt="3">
        <dgm:presLayoutVars>
          <dgm:bulletEnabled val="1"/>
        </dgm:presLayoutVars>
      </dgm:prSet>
      <dgm:spPr/>
    </dgm:pt>
  </dgm:ptLst>
  <dgm:cxnLst>
    <dgm:cxn modelId="{6BD5BF45-F4EE-4D80-851C-0C6EE64B6E24}" type="presOf" srcId="{B3DF1A05-99B6-4A43-B952-B5851DFAEA13}" destId="{80D2F632-6F5B-40B9-8C02-6DB5681010B6}" srcOrd="1" destOrd="0" presId="urn:microsoft.com/office/officeart/2005/8/layout/process1"/>
    <dgm:cxn modelId="{A149734C-49BA-4391-B64A-6DDDDD02C83A}" type="presOf" srcId="{AC42E2DE-B00B-41E5-9397-50911109AF43}" destId="{E9DDB663-A194-4921-B3C0-C5B494DC5DBE}" srcOrd="0" destOrd="0" presId="urn:microsoft.com/office/officeart/2005/8/layout/process1"/>
    <dgm:cxn modelId="{191AB36F-3EFE-4801-8C41-02758F53403A}" srcId="{F82EA28B-E1C5-4B7B-9567-DEE581E618D3}" destId="{AE1C3363-FD9E-452A-BD56-5526163416C6}" srcOrd="1" destOrd="0" parTransId="{BCC81BE5-15A2-4CD3-8A8D-63123FBC7BF1}" sibTransId="{B3DF1A05-99B6-4A43-B952-B5851DFAEA13}"/>
    <dgm:cxn modelId="{A9483957-9265-4952-9C55-B2395715C517}" type="presOf" srcId="{AE1C3363-FD9E-452A-BD56-5526163416C6}" destId="{5B92966F-A06B-45CD-AD4B-ADD14077C3A5}" srcOrd="0" destOrd="0" presId="urn:microsoft.com/office/officeart/2005/8/layout/process1"/>
    <dgm:cxn modelId="{43508B86-3AC3-46EF-850A-F427CF3A7276}" srcId="{F82EA28B-E1C5-4B7B-9567-DEE581E618D3}" destId="{71C883ED-5876-408A-A6AC-D6D273163716}" srcOrd="2" destOrd="0" parTransId="{63360257-8E98-452B-8523-306DBDACCF45}" sibTransId="{373B8BFE-C4C8-4EC6-84D4-86FFD71C7035}"/>
    <dgm:cxn modelId="{A85B269E-74FA-4765-8CE5-5A75F1AB8686}" srcId="{F82EA28B-E1C5-4B7B-9567-DEE581E618D3}" destId="{C168408D-F99A-403F-8283-4F4753E139E6}" srcOrd="0" destOrd="0" parTransId="{23FEEEA1-8CC7-4BFF-ACC5-B69735C34294}" sibTransId="{AC42E2DE-B00B-41E5-9397-50911109AF43}"/>
    <dgm:cxn modelId="{BE0148C9-58D1-4049-A427-6F75863B01B4}" type="presOf" srcId="{B3DF1A05-99B6-4A43-B952-B5851DFAEA13}" destId="{3E7D6861-2F51-4567-B213-FB96FBCC2BB7}" srcOrd="0" destOrd="0" presId="urn:microsoft.com/office/officeart/2005/8/layout/process1"/>
    <dgm:cxn modelId="{DDF4CDCD-669F-4C18-88D6-6383E62DDF7F}" type="presOf" srcId="{AC42E2DE-B00B-41E5-9397-50911109AF43}" destId="{55FA430B-BE5A-4176-83BE-E9B4108F44E3}" srcOrd="1" destOrd="0" presId="urn:microsoft.com/office/officeart/2005/8/layout/process1"/>
    <dgm:cxn modelId="{6711A1D4-9314-4B4A-A893-3A7FFBBA63DE}" type="presOf" srcId="{F82EA28B-E1C5-4B7B-9567-DEE581E618D3}" destId="{18289538-8523-447A-81B5-5737D4439D35}" srcOrd="0" destOrd="0" presId="urn:microsoft.com/office/officeart/2005/8/layout/process1"/>
    <dgm:cxn modelId="{6108FEEA-AF01-4640-B0AF-C31642586FD7}" type="presOf" srcId="{71C883ED-5876-408A-A6AC-D6D273163716}" destId="{75FF1649-CEEA-4EA9-9C74-BCD2AA9B44E7}" srcOrd="0" destOrd="0" presId="urn:microsoft.com/office/officeart/2005/8/layout/process1"/>
    <dgm:cxn modelId="{53354CFE-42E5-47B1-88E1-ADA27CD64073}" type="presOf" srcId="{C168408D-F99A-403F-8283-4F4753E139E6}" destId="{587054B0-2809-4AC3-A8D1-E1A6A0F3492A}" srcOrd="0" destOrd="0" presId="urn:microsoft.com/office/officeart/2005/8/layout/process1"/>
    <dgm:cxn modelId="{272E78E4-3998-4D47-B16B-D23228E2F17F}" type="presParOf" srcId="{18289538-8523-447A-81B5-5737D4439D35}" destId="{587054B0-2809-4AC3-A8D1-E1A6A0F3492A}" srcOrd="0" destOrd="0" presId="urn:microsoft.com/office/officeart/2005/8/layout/process1"/>
    <dgm:cxn modelId="{D5DDA85D-6C91-4E01-904B-347AF70CAE38}" type="presParOf" srcId="{18289538-8523-447A-81B5-5737D4439D35}" destId="{E9DDB663-A194-4921-B3C0-C5B494DC5DBE}" srcOrd="1" destOrd="0" presId="urn:microsoft.com/office/officeart/2005/8/layout/process1"/>
    <dgm:cxn modelId="{E1E64269-E7A8-4E48-BB55-A0D05CAF99CD}" type="presParOf" srcId="{E9DDB663-A194-4921-B3C0-C5B494DC5DBE}" destId="{55FA430B-BE5A-4176-83BE-E9B4108F44E3}" srcOrd="0" destOrd="0" presId="urn:microsoft.com/office/officeart/2005/8/layout/process1"/>
    <dgm:cxn modelId="{82C43649-C577-4C11-B9F7-81C229CBEFB1}" type="presParOf" srcId="{18289538-8523-447A-81B5-5737D4439D35}" destId="{5B92966F-A06B-45CD-AD4B-ADD14077C3A5}" srcOrd="2" destOrd="0" presId="urn:microsoft.com/office/officeart/2005/8/layout/process1"/>
    <dgm:cxn modelId="{5216FF71-362C-4234-A7D0-140809859566}" type="presParOf" srcId="{18289538-8523-447A-81B5-5737D4439D35}" destId="{3E7D6861-2F51-4567-B213-FB96FBCC2BB7}" srcOrd="3" destOrd="0" presId="urn:microsoft.com/office/officeart/2005/8/layout/process1"/>
    <dgm:cxn modelId="{109E356F-C7C2-442A-BC23-76F9E103808A}" type="presParOf" srcId="{3E7D6861-2F51-4567-B213-FB96FBCC2BB7}" destId="{80D2F632-6F5B-40B9-8C02-6DB5681010B6}" srcOrd="0" destOrd="0" presId="urn:microsoft.com/office/officeart/2005/8/layout/process1"/>
    <dgm:cxn modelId="{5A6FF1A8-39DB-409C-AA12-CFC44868E1D9}" type="presParOf" srcId="{18289538-8523-447A-81B5-5737D4439D35}" destId="{75FF1649-CEEA-4EA9-9C74-BCD2AA9B44E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AB3F83-CAC7-462D-BE5A-8D77A85D01F8}">
      <dsp:nvSpPr>
        <dsp:cNvPr id="0" name=""/>
        <dsp:cNvSpPr/>
      </dsp:nvSpPr>
      <dsp:spPr>
        <a:xfrm>
          <a:off x="2780039" y="1144474"/>
          <a:ext cx="1326091" cy="663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event_id</a:t>
          </a:r>
          <a:r>
            <a:rPr lang="fr-FR" sz="1400" kern="1200" dirty="0"/>
            <a:t> </a:t>
          </a:r>
          <a:r>
            <a:rPr lang="fr-FR" sz="1400" kern="1200" dirty="0" err="1"/>
            <a:t>exists</a:t>
          </a:r>
          <a:endParaRPr lang="fr-FR" sz="1400" kern="1200" dirty="0"/>
        </a:p>
      </dsp:txBody>
      <dsp:txXfrm>
        <a:off x="2799459" y="1163894"/>
        <a:ext cx="1287251" cy="624205"/>
      </dsp:txXfrm>
    </dsp:sp>
    <dsp:sp modelId="{8836677F-8501-43DB-A11E-EEE7F3CEB3BA}">
      <dsp:nvSpPr>
        <dsp:cNvPr id="0" name=""/>
        <dsp:cNvSpPr/>
      </dsp:nvSpPr>
      <dsp:spPr>
        <a:xfrm rot="18289469">
          <a:off x="3906920" y="1074530"/>
          <a:ext cx="92885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28855" y="2021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348127" y="1071524"/>
        <a:ext cx="46442" cy="46442"/>
      </dsp:txXfrm>
    </dsp:sp>
    <dsp:sp modelId="{EA989423-B13C-437B-8CF9-806145F4BB4E}">
      <dsp:nvSpPr>
        <dsp:cNvPr id="0" name=""/>
        <dsp:cNvSpPr/>
      </dsp:nvSpPr>
      <dsp:spPr>
        <a:xfrm>
          <a:off x="4636566" y="381971"/>
          <a:ext cx="1326091" cy="663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u="sng" kern="1200" dirty="0"/>
            <a:t>Update </a:t>
          </a:r>
          <a:r>
            <a:rPr lang="fr-FR" sz="1400" b="1" u="sng" kern="1200" dirty="0" err="1"/>
            <a:t>event</a:t>
          </a:r>
          <a:endParaRPr lang="fr-FR" sz="1400" b="1" u="sng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Location </a:t>
          </a:r>
          <a:r>
            <a:rPr lang="fr-FR" sz="1400" kern="1200" dirty="0" err="1"/>
            <a:t>exists</a:t>
          </a:r>
          <a:endParaRPr lang="fr-FR" sz="1400" kern="1200" dirty="0"/>
        </a:p>
      </dsp:txBody>
      <dsp:txXfrm>
        <a:off x="4655986" y="401391"/>
        <a:ext cx="1287251" cy="624205"/>
      </dsp:txXfrm>
    </dsp:sp>
    <dsp:sp modelId="{0A8AC4B7-2301-4E7E-A0E0-C9508AA0AAD7}">
      <dsp:nvSpPr>
        <dsp:cNvPr id="0" name=""/>
        <dsp:cNvSpPr/>
      </dsp:nvSpPr>
      <dsp:spPr>
        <a:xfrm rot="19457599">
          <a:off x="5901259" y="502654"/>
          <a:ext cx="65323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653234" y="2021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211545" y="506538"/>
        <a:ext cx="32661" cy="32661"/>
      </dsp:txXfrm>
    </dsp:sp>
    <dsp:sp modelId="{3B342A01-07CB-4197-A2E9-749D0AF17D75}">
      <dsp:nvSpPr>
        <dsp:cNvPr id="0" name=""/>
        <dsp:cNvSpPr/>
      </dsp:nvSpPr>
      <dsp:spPr>
        <a:xfrm>
          <a:off x="6493094" y="720"/>
          <a:ext cx="1326091" cy="663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set </a:t>
          </a:r>
          <a:r>
            <a:rPr lang="fr-FR" sz="1400" kern="1200" dirty="0" err="1"/>
            <a:t>id_location</a:t>
          </a:r>
          <a:endParaRPr lang="fr-FR" sz="1400" kern="1200" dirty="0"/>
        </a:p>
      </dsp:txBody>
      <dsp:txXfrm>
        <a:off x="6512514" y="20140"/>
        <a:ext cx="1287251" cy="624205"/>
      </dsp:txXfrm>
    </dsp:sp>
    <dsp:sp modelId="{FFF2F3C4-97E2-4470-AC5F-40B80692C001}">
      <dsp:nvSpPr>
        <dsp:cNvPr id="0" name=""/>
        <dsp:cNvSpPr/>
      </dsp:nvSpPr>
      <dsp:spPr>
        <a:xfrm rot="2142401">
          <a:off x="5901259" y="883905"/>
          <a:ext cx="65323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653234" y="2021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211545" y="887789"/>
        <a:ext cx="32661" cy="32661"/>
      </dsp:txXfrm>
    </dsp:sp>
    <dsp:sp modelId="{1EDCD79A-E9ED-46CB-887D-B3733EEF834C}">
      <dsp:nvSpPr>
        <dsp:cNvPr id="0" name=""/>
        <dsp:cNvSpPr/>
      </dsp:nvSpPr>
      <dsp:spPr>
        <a:xfrm>
          <a:off x="6493094" y="763223"/>
          <a:ext cx="1326091" cy="663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Create</a:t>
          </a:r>
          <a:r>
            <a:rPr lang="fr-FR" sz="1400" kern="1200" dirty="0"/>
            <a:t> &amp; set id location </a:t>
          </a:r>
        </a:p>
      </dsp:txBody>
      <dsp:txXfrm>
        <a:off x="6512514" y="782643"/>
        <a:ext cx="1287251" cy="624205"/>
      </dsp:txXfrm>
    </dsp:sp>
    <dsp:sp modelId="{E82A200A-3A4D-4DDF-851D-E8791A8FD470}">
      <dsp:nvSpPr>
        <dsp:cNvPr id="0" name=""/>
        <dsp:cNvSpPr/>
      </dsp:nvSpPr>
      <dsp:spPr>
        <a:xfrm rot="3310531">
          <a:off x="3906920" y="1837033"/>
          <a:ext cx="92885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28855" y="2021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348127" y="1834026"/>
        <a:ext cx="46442" cy="46442"/>
      </dsp:txXfrm>
    </dsp:sp>
    <dsp:sp modelId="{7A822BF9-E4E6-4A76-9DC7-1ED2B6624AA1}">
      <dsp:nvSpPr>
        <dsp:cNvPr id="0" name=""/>
        <dsp:cNvSpPr/>
      </dsp:nvSpPr>
      <dsp:spPr>
        <a:xfrm>
          <a:off x="4636566" y="1906976"/>
          <a:ext cx="1326091" cy="663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u="sng" kern="1200" dirty="0"/>
            <a:t>Insert </a:t>
          </a:r>
          <a:r>
            <a:rPr lang="fr-FR" sz="1400" b="1" u="sng" kern="1200" dirty="0" err="1"/>
            <a:t>event</a:t>
          </a:r>
          <a:endParaRPr lang="fr-FR" sz="1400" b="1" u="sng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u="none" kern="1200" dirty="0"/>
            <a:t>Locations </a:t>
          </a:r>
          <a:r>
            <a:rPr lang="fr-FR" sz="1400" b="0" u="none" kern="1200" dirty="0" err="1"/>
            <a:t>exists</a:t>
          </a:r>
          <a:endParaRPr lang="fr-FR" sz="1400" b="0" u="none" kern="1200" dirty="0"/>
        </a:p>
      </dsp:txBody>
      <dsp:txXfrm>
        <a:off x="4655986" y="1926396"/>
        <a:ext cx="1287251" cy="624205"/>
      </dsp:txXfrm>
    </dsp:sp>
    <dsp:sp modelId="{6EDD9011-AEAC-49B4-A0B2-48C13E1945EE}">
      <dsp:nvSpPr>
        <dsp:cNvPr id="0" name=""/>
        <dsp:cNvSpPr/>
      </dsp:nvSpPr>
      <dsp:spPr>
        <a:xfrm rot="19457599">
          <a:off x="5901259" y="2027658"/>
          <a:ext cx="65323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653234" y="2021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211545" y="2031542"/>
        <a:ext cx="32661" cy="32661"/>
      </dsp:txXfrm>
    </dsp:sp>
    <dsp:sp modelId="{2216DCC3-D99D-4230-9EE6-2B93D30A33A5}">
      <dsp:nvSpPr>
        <dsp:cNvPr id="0" name=""/>
        <dsp:cNvSpPr/>
      </dsp:nvSpPr>
      <dsp:spPr>
        <a:xfrm>
          <a:off x="6493094" y="1525725"/>
          <a:ext cx="1326091" cy="663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set </a:t>
          </a:r>
          <a:r>
            <a:rPr lang="fr-FR" sz="1400" kern="1200" dirty="0" err="1"/>
            <a:t>id_location</a:t>
          </a:r>
          <a:endParaRPr lang="fr-FR" sz="1400" kern="1200" dirty="0"/>
        </a:p>
      </dsp:txBody>
      <dsp:txXfrm>
        <a:off x="6512514" y="1545145"/>
        <a:ext cx="1287251" cy="624205"/>
      </dsp:txXfrm>
    </dsp:sp>
    <dsp:sp modelId="{0809080D-0F24-43C4-B8D7-D359D404E399}">
      <dsp:nvSpPr>
        <dsp:cNvPr id="0" name=""/>
        <dsp:cNvSpPr/>
      </dsp:nvSpPr>
      <dsp:spPr>
        <a:xfrm rot="2142401">
          <a:off x="5901259" y="2408910"/>
          <a:ext cx="65323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653234" y="2021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211545" y="2412794"/>
        <a:ext cx="32661" cy="32661"/>
      </dsp:txXfrm>
    </dsp:sp>
    <dsp:sp modelId="{95448BBA-02D6-4147-8384-49EDF8DD7DE6}">
      <dsp:nvSpPr>
        <dsp:cNvPr id="0" name=""/>
        <dsp:cNvSpPr/>
      </dsp:nvSpPr>
      <dsp:spPr>
        <a:xfrm>
          <a:off x="6493094" y="2288227"/>
          <a:ext cx="1326091" cy="663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Create</a:t>
          </a:r>
          <a:r>
            <a:rPr lang="fr-FR" sz="1400" kern="1200" dirty="0"/>
            <a:t> &amp; set id location </a:t>
          </a:r>
        </a:p>
      </dsp:txBody>
      <dsp:txXfrm>
        <a:off x="6512514" y="2307647"/>
        <a:ext cx="1287251" cy="6242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054B0-2809-4AC3-A8D1-E1A6A0F3492A}">
      <dsp:nvSpPr>
        <dsp:cNvPr id="0" name=""/>
        <dsp:cNvSpPr/>
      </dsp:nvSpPr>
      <dsp:spPr>
        <a:xfrm>
          <a:off x="7143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Split API inputs</a:t>
          </a:r>
        </a:p>
      </dsp:txBody>
      <dsp:txXfrm>
        <a:off x="44665" y="2106299"/>
        <a:ext cx="2060143" cy="1206068"/>
      </dsp:txXfrm>
    </dsp:sp>
    <dsp:sp modelId="{E9DDB663-A194-4921-B3C0-C5B494DC5DBE}">
      <dsp:nvSpPr>
        <dsp:cNvPr id="0" name=""/>
        <dsp:cNvSpPr/>
      </dsp:nvSpPr>
      <dsp:spPr>
        <a:xfrm>
          <a:off x="2355850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2355850" y="2550475"/>
        <a:ext cx="316861" cy="317716"/>
      </dsp:txXfrm>
    </dsp:sp>
    <dsp:sp modelId="{5B92966F-A06B-45CD-AD4B-ADD14077C3A5}">
      <dsp:nvSpPr>
        <dsp:cNvPr id="0" name=""/>
        <dsp:cNvSpPr/>
      </dsp:nvSpPr>
      <dsp:spPr>
        <a:xfrm>
          <a:off x="2996406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300" kern="1200"/>
        </a:p>
      </dsp:txBody>
      <dsp:txXfrm>
        <a:off x="3033928" y="2106299"/>
        <a:ext cx="2060143" cy="1206068"/>
      </dsp:txXfrm>
    </dsp:sp>
    <dsp:sp modelId="{3E7D6861-2F51-4567-B213-FB96FBCC2BB7}">
      <dsp:nvSpPr>
        <dsp:cNvPr id="0" name=""/>
        <dsp:cNvSpPr/>
      </dsp:nvSpPr>
      <dsp:spPr>
        <a:xfrm>
          <a:off x="5345112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5345112" y="2550475"/>
        <a:ext cx="316861" cy="317716"/>
      </dsp:txXfrm>
    </dsp:sp>
    <dsp:sp modelId="{75FF1649-CEEA-4EA9-9C74-BCD2AA9B44E7}">
      <dsp:nvSpPr>
        <dsp:cNvPr id="0" name=""/>
        <dsp:cNvSpPr/>
      </dsp:nvSpPr>
      <dsp:spPr>
        <a:xfrm>
          <a:off x="5985668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300" kern="1200"/>
        </a:p>
      </dsp:txBody>
      <dsp:txXfrm>
        <a:off x="6023190" y="2106299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3BFE3-4062-4AF1-ABFC-DCD65D5FEDDC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37BEBD-5F8D-405B-98B4-EC910848E1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896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C42DAF-DEC0-0EE0-B8CE-8428FF432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B6AEAF7-A98F-B732-3379-F44E4FA76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601770-190A-B920-C5B6-5B4AE156E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879C-0A64-469E-B8A2-BF5BD165327D}" type="datetime1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AB0703-BDEE-9E0E-1600-2B5671827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CFC238-D0D9-CA57-D851-DB26FB960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3570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5D3E1-EE23-8965-0438-E0B4BD13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5A84A4-E880-BBCF-F99B-D61CE3C20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CD28E9-12BF-2482-8801-F4F3D012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8892B-77F5-4CCA-9591-F24D93FDE34B}" type="datetime1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6831D7-0FCD-5E58-D341-AB193052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AA1F86-7B44-0079-96EF-1EAF2AF9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98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74ED64-AB36-13A8-5744-490C76188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815B19-89EA-A197-0CBB-FDC5B89B7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CABF14-1E9E-58D4-4997-AB38BC10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8E9A-1945-4557-AEB5-4F18FF624DDF}" type="datetime1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2FB707-CB30-747F-4892-B9D33AB9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CCEE93-30DB-B0CD-25CA-60ED76E70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375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D190A9-6360-7928-7D2C-DC485E1B5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3E82DE-13FC-620D-38C8-8FADB45AF0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4404B5B-D2A4-639F-0C66-026C3E8AB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591EF3-8415-0834-D241-2269689FC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5A06-8B1B-4E56-A989-A836DCD313FB}" type="datetime1">
              <a:rPr lang="fr-FR" smtClean="0"/>
              <a:t>08/01/2026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4A7FFA4-12DC-18D0-07CF-4CB5E1D2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40221D-C4B3-05DE-9445-A65B9FF98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027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09E849-1071-476A-A267-AF12FC278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B182B9-071A-A885-FC46-4B51C6D28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481F0DF-AC0B-82B2-9501-661E5760D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4C5A425-D7D3-CE9D-9CB9-31563EA485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0C55FE1-0B9E-127F-BE68-076C4ABF1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0C1E969-A5B2-17AF-8E6B-7FBEE095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F9B0-6586-4FA1-AD3E-0405E600628A}" type="datetime1">
              <a:rPr lang="fr-FR" smtClean="0"/>
              <a:t>08/01/2026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CC7AC7A-0A41-E0FE-27B5-26D4A703B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BB17427-3C34-5DCF-74DB-452CC0182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099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B3048A-33F8-1CB6-1D28-152DB3FCB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18CCE2C-EB12-F305-94FF-863CF4D8E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DFF-27F4-416C-AAA5-054C421B7E35}" type="datetime1">
              <a:rPr lang="fr-FR" smtClean="0"/>
              <a:t>08/01/2026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3D18EBC-58D2-93AB-49CB-BFDD6D99A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A0DA1E3-0156-89E2-81F7-2CBF5B83C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77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53DD7B7-2F62-7AA1-5EC5-8AB5C8D9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1D1DD-9E54-4704-9474-D58B50ABEC96}" type="datetime1">
              <a:rPr lang="fr-FR" smtClean="0"/>
              <a:t>08/01/2026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CB0D9C3-C12F-03A8-93AC-4DF078C7E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A75A99-26E9-7CA6-D061-12BAB7E3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4750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3C8879-B254-0D19-9982-3F56F48C6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EE5251-D03E-18EE-9313-2283BFE63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96A6A41-95B5-3A22-18FC-8E1F522BB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51A651-884A-E931-0648-4E57C578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297F-3CAB-463D-92DC-DBAC52BC76D8}" type="datetime1">
              <a:rPr lang="fr-FR" smtClean="0"/>
              <a:t>08/01/2026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438943A-BCEB-8935-344C-1321961EC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47B039F-A5A0-0111-6204-E6CB4F78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627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65E3B9-0C39-DF02-AB37-CC15BDB6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EA9809A-E7A2-9F72-2ACB-62F3E8C39B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36D8B9-4F8F-27BE-2ADB-91229170F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DF5401-2FF4-6F21-3F3D-27B4DCCC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6C159-C286-4F72-8EC5-4597CF01607E}" type="datetime1">
              <a:rPr lang="fr-FR" smtClean="0"/>
              <a:t>08/01/2026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5C6FAF-FA7C-509B-13F6-8E81A3A72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4F9283-AC4D-F7BE-9C5E-026D42D4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8362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D60475-641A-FBBD-50FA-A6102C3C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EBC9472-7732-FB2A-28E9-3188A5F24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83EA35-9B93-7327-CBFC-0E7B4C0B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A5641-7E66-483F-B0F2-069C9F76BD77}" type="datetime1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3CAEE0-A4C1-C876-899A-97D898E12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A354D5-F3D2-2AB5-6AD1-6367A224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742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6A91E1E-8E23-42E0-DD29-D78EA5BFA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43E801-7288-E3DA-9369-7CA36155B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577DD0-3BFC-87EB-5C22-07CD63DE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24552-7DE6-47BF-985F-BA179E876D16}" type="datetime1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C813A1-14F8-BAFC-867F-0C0AD3A4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DF0DD6-34BB-9431-9067-2FE4F4FF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58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F467E73-2552-24D5-F2BA-757ABED9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4093B2-3049-9953-E3A3-EDE61A243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F65B6C-2CA3-32DD-D3AA-AC878E332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EAD4E5-CEC9-481A-97C7-CE2D7FC2BFAC}" type="datetime1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92AB2E-303F-D707-D43F-80A434985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96291B-2916-651C-3087-FC529249A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7B004-CFCE-48D1-9298-DADD64B1EF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568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651F2B-AB0E-C047-0417-57A7FE8A40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>
                <a:latin typeface="Daytona" panose="020F0502020204030204" pitchFamily="34" charset="0"/>
              </a:rPr>
              <a:t>MiCa</a:t>
            </a:r>
            <a:r>
              <a:rPr lang="fr-FR" dirty="0">
                <a:latin typeface="Daytona" panose="020F0502020204030204" pitchFamily="34" charset="0"/>
              </a:rPr>
              <a:t>-Expo-App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C38906-B4EF-3007-8EF1-33B7CF55A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7298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21F4AF-A26D-F256-5814-3BEB3C6BB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latin typeface="Daytona" panose="020B0604030500040204" pitchFamily="34" charset="0"/>
              </a:rPr>
              <a:t>Why</a:t>
            </a:r>
            <a:r>
              <a:rPr lang="fr-FR" dirty="0">
                <a:latin typeface="Daytona" panose="020B0604030500040204" pitchFamily="34" charset="0"/>
              </a:rPr>
              <a:t> are </a:t>
            </a:r>
            <a:r>
              <a:rPr lang="fr-FR" dirty="0" err="1">
                <a:latin typeface="Daytona" panose="020B0604030500040204" pitchFamily="34" charset="0"/>
              </a:rPr>
              <a:t>we</a:t>
            </a:r>
            <a:r>
              <a:rPr lang="fr-FR" dirty="0">
                <a:latin typeface="Daytona" panose="020B0604030500040204" pitchFamily="34" charset="0"/>
              </a:rPr>
              <a:t> </a:t>
            </a:r>
            <a:r>
              <a:rPr lang="fr-FR" dirty="0" err="1">
                <a:latin typeface="Daytona" panose="020B0604030500040204" pitchFamily="34" charset="0"/>
              </a:rPr>
              <a:t>here</a:t>
            </a:r>
            <a:r>
              <a:rPr lang="fr-FR" dirty="0">
                <a:latin typeface="Daytona" panose="020B0604030500040204" pitchFamily="34" charset="0"/>
              </a:rPr>
              <a:t> ?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6A7120F-6A39-7555-AACA-B0A85721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164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DCD5C7-E975-21FB-2CF5-3630C9DA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Daytona" panose="020B0604030500040204" pitchFamily="34" charset="0"/>
              </a:rPr>
              <a:t>Contents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6FFEEBC-0E1D-82E0-4227-28EB63D14308}"/>
              </a:ext>
            </a:extLst>
          </p:cNvPr>
          <p:cNvSpPr txBox="1"/>
          <p:nvPr/>
        </p:nvSpPr>
        <p:spPr>
          <a:xfrm>
            <a:off x="4024884" y="1690688"/>
            <a:ext cx="41422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 err="1">
                <a:latin typeface="Daytona" panose="020B0604030500040204" pitchFamily="34" charset="0"/>
              </a:rPr>
              <a:t>Overview</a:t>
            </a:r>
            <a:endParaRPr lang="fr-FR" dirty="0">
              <a:latin typeface="Daytona" panose="020B0604030500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latin typeface="Daytona" panose="020B0604030500040204" pitchFamily="34" charset="0"/>
              </a:rPr>
              <a:t>Data-ETL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dirty="0">
                <a:latin typeface="Daytona" panose="020B0604030500040204" pitchFamily="34" charset="0"/>
              </a:rPr>
              <a:t>Data </a:t>
            </a:r>
            <a:r>
              <a:rPr lang="fr-FR" dirty="0" err="1">
                <a:latin typeface="Daytona" panose="020B0604030500040204" pitchFamily="34" charset="0"/>
              </a:rPr>
              <a:t>models</a:t>
            </a:r>
            <a:endParaRPr lang="fr-FR" dirty="0">
              <a:latin typeface="Daytona" panose="020B060403050004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fr-FR" dirty="0" err="1">
                <a:latin typeface="Daytona" panose="020B0604030500040204" pitchFamily="34" charset="0"/>
              </a:rPr>
              <a:t>postgreSQL</a:t>
            </a:r>
            <a:r>
              <a:rPr lang="fr-FR" dirty="0">
                <a:latin typeface="Daytona" panose="020B0604030500040204" pitchFamily="34" charset="0"/>
              </a:rPr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dirty="0" err="1">
                <a:latin typeface="Daytona" panose="020B0604030500040204" pitchFamily="34" charset="0"/>
              </a:rPr>
              <a:t>Scheduler</a:t>
            </a:r>
            <a:endParaRPr lang="fr-FR" dirty="0">
              <a:latin typeface="Daytona" panose="020B060403050004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endParaRPr lang="fr-FR" dirty="0">
              <a:latin typeface="Daytona" panose="020B0604030500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latin typeface="Daytona" panose="020B0604030500040204" pitchFamily="34" charset="0"/>
              </a:rPr>
              <a:t>UI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dirty="0" err="1">
                <a:latin typeface="Daytona" panose="020B0604030500040204" pitchFamily="34" charset="0"/>
              </a:rPr>
              <a:t>Research</a:t>
            </a:r>
            <a:r>
              <a:rPr lang="fr-FR" dirty="0">
                <a:latin typeface="Daytona" panose="020B0604030500040204" pitchFamily="34" charset="0"/>
              </a:rPr>
              <a:t> new </a:t>
            </a:r>
            <a:r>
              <a:rPr lang="fr-FR" dirty="0" err="1">
                <a:latin typeface="Daytona" panose="020B0604030500040204" pitchFamily="34" charset="0"/>
              </a:rPr>
              <a:t>exhibs</a:t>
            </a:r>
            <a:endParaRPr lang="fr-FR" dirty="0">
              <a:latin typeface="Daytona" panose="020B0604030500040204" pitchFamily="34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fr-FR" dirty="0" err="1">
                <a:latin typeface="Daytona" panose="020B0604030500040204" pitchFamily="34" charset="0"/>
              </a:rPr>
              <a:t>Filtering</a:t>
            </a:r>
            <a:endParaRPr lang="fr-FR" dirty="0">
              <a:latin typeface="Daytona" panose="020B0604030500040204" pitchFamily="34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fr-FR" dirty="0">
                <a:latin typeface="Daytona" panose="020B0604030500040204" pitchFamily="34" charset="0"/>
              </a:rPr>
              <a:t>Recommandations 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dirty="0">
                <a:latin typeface="Daytona" panose="020B0604030500040204" pitchFamily="34" charset="0"/>
              </a:rPr>
              <a:t>Consult </a:t>
            </a:r>
            <a:r>
              <a:rPr lang="fr-FR" dirty="0" err="1">
                <a:latin typeface="Daytona" panose="020B0604030500040204" pitchFamily="34" charset="0"/>
              </a:rPr>
              <a:t>chosen</a:t>
            </a:r>
            <a:r>
              <a:rPr lang="fr-FR" dirty="0">
                <a:latin typeface="Daytona" panose="020B0604030500040204" pitchFamily="34" charset="0"/>
              </a:rPr>
              <a:t> </a:t>
            </a:r>
            <a:r>
              <a:rPr lang="fr-FR" dirty="0" err="1">
                <a:latin typeface="Daytona" panose="020B0604030500040204" pitchFamily="34" charset="0"/>
              </a:rPr>
              <a:t>exhibs</a:t>
            </a:r>
            <a:endParaRPr lang="fr-FR" dirty="0">
              <a:latin typeface="Daytona" panose="020B0604030500040204" pitchFamily="34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fr-FR" dirty="0" err="1">
                <a:latin typeface="Daytona" panose="020B0604030500040204" pitchFamily="34" charset="0"/>
              </a:rPr>
              <a:t>Map</a:t>
            </a:r>
            <a:r>
              <a:rPr lang="fr-FR" dirty="0">
                <a:latin typeface="Daytona" panose="020B0604030500040204" pitchFamily="34" charset="0"/>
              </a:rPr>
              <a:t> </a:t>
            </a:r>
          </a:p>
          <a:p>
            <a:pPr marL="1257300" lvl="2" indent="-342900">
              <a:buFont typeface="+mj-lt"/>
              <a:buAutoNum type="arabicPeriod"/>
            </a:pPr>
            <a:r>
              <a:rPr lang="fr-FR" dirty="0" err="1">
                <a:latin typeface="Daytona" panose="020B0604030500040204" pitchFamily="34" charset="0"/>
              </a:rPr>
              <a:t>Prioritize</a:t>
            </a:r>
            <a:endParaRPr lang="fr-FR" dirty="0">
              <a:latin typeface="Daytona" panose="020B0604030500040204" pitchFamily="34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fr-FR" dirty="0">
                <a:latin typeface="Daytona" panose="020B0604030500040204" pitchFamily="34" charset="0"/>
              </a:rPr>
              <a:t>Agenda</a:t>
            </a:r>
          </a:p>
          <a:p>
            <a:pPr marL="1257300" lvl="2" indent="-342900">
              <a:buFont typeface="+mj-lt"/>
              <a:buAutoNum type="arabicPeriod"/>
            </a:pPr>
            <a:endParaRPr lang="fr-FR" dirty="0">
              <a:latin typeface="Daytona" panose="020B0604030500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latin typeface="Daytona" panose="020B0604030500040204" pitchFamily="34" charset="0"/>
              </a:rPr>
              <a:t> Go </a:t>
            </a:r>
            <a:r>
              <a:rPr lang="fr-FR" dirty="0" err="1">
                <a:latin typeface="Daytona" panose="020B0604030500040204" pitchFamily="34" charset="0"/>
              </a:rPr>
              <a:t>beyond</a:t>
            </a:r>
            <a:endParaRPr lang="fr-FR" dirty="0">
              <a:latin typeface="Daytona" panose="020B0604030500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fr-FR" dirty="0">
              <a:latin typeface="Daytona" panose="020B060403050004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7E5806-3847-0954-2EDB-CBD0F432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0785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C0439E-0F7E-16E4-2ACB-37548339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latin typeface="Daytona" panose="020B0604030500040204" pitchFamily="34" charset="0"/>
              </a:rPr>
              <a:t>Why</a:t>
            </a:r>
            <a:r>
              <a:rPr lang="fr-FR" dirty="0">
                <a:latin typeface="Daytona" panose="020B0604030500040204" pitchFamily="34" charset="0"/>
              </a:rPr>
              <a:t> </a:t>
            </a:r>
            <a:r>
              <a:rPr lang="fr-FR" dirty="0" err="1">
                <a:latin typeface="Daytona" panose="020B0604030500040204" pitchFamily="34" charset="0"/>
              </a:rPr>
              <a:t>is</a:t>
            </a:r>
            <a:r>
              <a:rPr lang="fr-FR" dirty="0">
                <a:latin typeface="Daytona" panose="020B0604030500040204" pitchFamily="34" charset="0"/>
              </a:rPr>
              <a:t> </a:t>
            </a:r>
            <a:r>
              <a:rPr lang="fr-FR" dirty="0" err="1">
                <a:latin typeface="Daytona" panose="020B0604030500040204" pitchFamily="34" charset="0"/>
              </a:rPr>
              <a:t>it</a:t>
            </a:r>
            <a:r>
              <a:rPr lang="fr-FR" dirty="0">
                <a:latin typeface="Daytona" panose="020B0604030500040204" pitchFamily="34" charset="0"/>
              </a:rPr>
              <a:t> </a:t>
            </a:r>
            <a:r>
              <a:rPr lang="fr-FR" dirty="0" err="1">
                <a:latin typeface="Daytona" panose="020B0604030500040204" pitchFamily="34" charset="0"/>
              </a:rPr>
              <a:t>sooooo</a:t>
            </a:r>
            <a:r>
              <a:rPr lang="fr-FR" dirty="0">
                <a:latin typeface="Daytona" panose="020B0604030500040204" pitchFamily="34" charset="0"/>
              </a:rPr>
              <a:t> long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296EFB1-8ADA-EE74-43DB-AC691A97C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4</a:t>
            </a:fld>
            <a:endParaRPr lang="fr-FR"/>
          </a:p>
        </p:txBody>
      </p:sp>
      <p:pic>
        <p:nvPicPr>
          <p:cNvPr id="5" name="Image 4" descr="Une image contenant véhicule, Véhicule terrestre, roue, pneu&#10;&#10;Le contenu généré par l’IA peut être incorrect.">
            <a:extLst>
              <a:ext uri="{FF2B5EF4-FFF2-40B4-BE49-F238E27FC236}">
                <a16:creationId xmlns:a16="http://schemas.microsoft.com/office/drawing/2014/main" id="{507D4244-6A10-E447-1E1D-C5C5DCC3C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1" t="2416" r="2406" b="3675"/>
          <a:stretch>
            <a:fillRect/>
          </a:stretch>
        </p:blipFill>
        <p:spPr>
          <a:xfrm>
            <a:off x="3141785" y="1690688"/>
            <a:ext cx="4806461" cy="46656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1ED98D-22D1-14CC-3561-DB0DC1D79248}"/>
              </a:ext>
            </a:extLst>
          </p:cNvPr>
          <p:cNvSpPr/>
          <p:nvPr/>
        </p:nvSpPr>
        <p:spPr>
          <a:xfrm>
            <a:off x="2930770" y="2766218"/>
            <a:ext cx="5298830" cy="1325563"/>
          </a:xfrm>
          <a:custGeom>
            <a:avLst/>
            <a:gdLst>
              <a:gd name="connsiteX0" fmla="*/ 0 w 5298830"/>
              <a:gd name="connsiteY0" fmla="*/ 0 h 1325563"/>
              <a:gd name="connsiteX1" fmla="*/ 535771 w 5298830"/>
              <a:gd name="connsiteY1" fmla="*/ 0 h 1325563"/>
              <a:gd name="connsiteX2" fmla="*/ 1124529 w 5298830"/>
              <a:gd name="connsiteY2" fmla="*/ 0 h 1325563"/>
              <a:gd name="connsiteX3" fmla="*/ 1713288 w 5298830"/>
              <a:gd name="connsiteY3" fmla="*/ 0 h 1325563"/>
              <a:gd name="connsiteX4" fmla="*/ 2249059 w 5298830"/>
              <a:gd name="connsiteY4" fmla="*/ 0 h 1325563"/>
              <a:gd name="connsiteX5" fmla="*/ 2784830 w 5298830"/>
              <a:gd name="connsiteY5" fmla="*/ 0 h 1325563"/>
              <a:gd name="connsiteX6" fmla="*/ 3479565 w 5298830"/>
              <a:gd name="connsiteY6" fmla="*/ 0 h 1325563"/>
              <a:gd name="connsiteX7" fmla="*/ 3962347 w 5298830"/>
              <a:gd name="connsiteY7" fmla="*/ 0 h 1325563"/>
              <a:gd name="connsiteX8" fmla="*/ 4551106 w 5298830"/>
              <a:gd name="connsiteY8" fmla="*/ 0 h 1325563"/>
              <a:gd name="connsiteX9" fmla="*/ 5298830 w 5298830"/>
              <a:gd name="connsiteY9" fmla="*/ 0 h 1325563"/>
              <a:gd name="connsiteX10" fmla="*/ 5298830 w 5298830"/>
              <a:gd name="connsiteY10" fmla="*/ 468366 h 1325563"/>
              <a:gd name="connsiteX11" fmla="*/ 5298830 w 5298830"/>
              <a:gd name="connsiteY11" fmla="*/ 883709 h 1325563"/>
              <a:gd name="connsiteX12" fmla="*/ 5298830 w 5298830"/>
              <a:gd name="connsiteY12" fmla="*/ 1325563 h 1325563"/>
              <a:gd name="connsiteX13" fmla="*/ 4763059 w 5298830"/>
              <a:gd name="connsiteY13" fmla="*/ 1325563 h 1325563"/>
              <a:gd name="connsiteX14" fmla="*/ 4068324 w 5298830"/>
              <a:gd name="connsiteY14" fmla="*/ 1325563 h 1325563"/>
              <a:gd name="connsiteX15" fmla="*/ 3373588 w 5298830"/>
              <a:gd name="connsiteY15" fmla="*/ 1325563 h 1325563"/>
              <a:gd name="connsiteX16" fmla="*/ 2784830 w 5298830"/>
              <a:gd name="connsiteY16" fmla="*/ 1325563 h 1325563"/>
              <a:gd name="connsiteX17" fmla="*/ 2249059 w 5298830"/>
              <a:gd name="connsiteY17" fmla="*/ 1325563 h 1325563"/>
              <a:gd name="connsiteX18" fmla="*/ 1554323 w 5298830"/>
              <a:gd name="connsiteY18" fmla="*/ 1325563 h 1325563"/>
              <a:gd name="connsiteX19" fmla="*/ 912576 w 5298830"/>
              <a:gd name="connsiteY19" fmla="*/ 1325563 h 1325563"/>
              <a:gd name="connsiteX20" fmla="*/ 0 w 5298830"/>
              <a:gd name="connsiteY20" fmla="*/ 1325563 h 1325563"/>
              <a:gd name="connsiteX21" fmla="*/ 0 w 5298830"/>
              <a:gd name="connsiteY21" fmla="*/ 910220 h 1325563"/>
              <a:gd name="connsiteX22" fmla="*/ 0 w 5298830"/>
              <a:gd name="connsiteY22" fmla="*/ 468366 h 1325563"/>
              <a:gd name="connsiteX23" fmla="*/ 0 w 5298830"/>
              <a:gd name="connsiteY23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298830" h="1325563" extrusionOk="0">
                <a:moveTo>
                  <a:pt x="0" y="0"/>
                </a:moveTo>
                <a:cubicBezTo>
                  <a:pt x="165676" y="-53108"/>
                  <a:pt x="327621" y="22874"/>
                  <a:pt x="535771" y="0"/>
                </a:cubicBezTo>
                <a:cubicBezTo>
                  <a:pt x="743921" y="-22874"/>
                  <a:pt x="848573" y="10290"/>
                  <a:pt x="1124529" y="0"/>
                </a:cubicBezTo>
                <a:cubicBezTo>
                  <a:pt x="1400485" y="-10290"/>
                  <a:pt x="1581699" y="60649"/>
                  <a:pt x="1713288" y="0"/>
                </a:cubicBezTo>
                <a:cubicBezTo>
                  <a:pt x="1844877" y="-60649"/>
                  <a:pt x="2022503" y="14596"/>
                  <a:pt x="2249059" y="0"/>
                </a:cubicBezTo>
                <a:cubicBezTo>
                  <a:pt x="2475615" y="-14596"/>
                  <a:pt x="2592105" y="45066"/>
                  <a:pt x="2784830" y="0"/>
                </a:cubicBezTo>
                <a:cubicBezTo>
                  <a:pt x="2977555" y="-45066"/>
                  <a:pt x="3282116" y="80802"/>
                  <a:pt x="3479565" y="0"/>
                </a:cubicBezTo>
                <a:cubicBezTo>
                  <a:pt x="3677014" y="-80802"/>
                  <a:pt x="3724231" y="29385"/>
                  <a:pt x="3962347" y="0"/>
                </a:cubicBezTo>
                <a:cubicBezTo>
                  <a:pt x="4200463" y="-29385"/>
                  <a:pt x="4346346" y="52105"/>
                  <a:pt x="4551106" y="0"/>
                </a:cubicBezTo>
                <a:cubicBezTo>
                  <a:pt x="4755866" y="-52105"/>
                  <a:pt x="5002855" y="10968"/>
                  <a:pt x="5298830" y="0"/>
                </a:cubicBezTo>
                <a:cubicBezTo>
                  <a:pt x="5325237" y="210237"/>
                  <a:pt x="5254452" y="351764"/>
                  <a:pt x="5298830" y="468366"/>
                </a:cubicBezTo>
                <a:cubicBezTo>
                  <a:pt x="5343208" y="584968"/>
                  <a:pt x="5252741" y="713220"/>
                  <a:pt x="5298830" y="883709"/>
                </a:cubicBezTo>
                <a:cubicBezTo>
                  <a:pt x="5344919" y="1054198"/>
                  <a:pt x="5286182" y="1204053"/>
                  <a:pt x="5298830" y="1325563"/>
                </a:cubicBezTo>
                <a:cubicBezTo>
                  <a:pt x="5085836" y="1387689"/>
                  <a:pt x="4889402" y="1279282"/>
                  <a:pt x="4763059" y="1325563"/>
                </a:cubicBezTo>
                <a:cubicBezTo>
                  <a:pt x="4636716" y="1371844"/>
                  <a:pt x="4394726" y="1319868"/>
                  <a:pt x="4068324" y="1325563"/>
                </a:cubicBezTo>
                <a:cubicBezTo>
                  <a:pt x="3741922" y="1331258"/>
                  <a:pt x="3577459" y="1269655"/>
                  <a:pt x="3373588" y="1325563"/>
                </a:cubicBezTo>
                <a:cubicBezTo>
                  <a:pt x="3169717" y="1381471"/>
                  <a:pt x="2960585" y="1259939"/>
                  <a:pt x="2784830" y="1325563"/>
                </a:cubicBezTo>
                <a:cubicBezTo>
                  <a:pt x="2609075" y="1391187"/>
                  <a:pt x="2381911" y="1273505"/>
                  <a:pt x="2249059" y="1325563"/>
                </a:cubicBezTo>
                <a:cubicBezTo>
                  <a:pt x="2116207" y="1377621"/>
                  <a:pt x="1737067" y="1324963"/>
                  <a:pt x="1554323" y="1325563"/>
                </a:cubicBezTo>
                <a:cubicBezTo>
                  <a:pt x="1371579" y="1326163"/>
                  <a:pt x="1106866" y="1296959"/>
                  <a:pt x="912576" y="1325563"/>
                </a:cubicBezTo>
                <a:cubicBezTo>
                  <a:pt x="718286" y="1354167"/>
                  <a:pt x="200920" y="1230744"/>
                  <a:pt x="0" y="1325563"/>
                </a:cubicBezTo>
                <a:cubicBezTo>
                  <a:pt x="-44064" y="1201250"/>
                  <a:pt x="5900" y="1009671"/>
                  <a:pt x="0" y="910220"/>
                </a:cubicBezTo>
                <a:cubicBezTo>
                  <a:pt x="-5900" y="810769"/>
                  <a:pt x="38712" y="643894"/>
                  <a:pt x="0" y="468366"/>
                </a:cubicBezTo>
                <a:cubicBezTo>
                  <a:pt x="-38712" y="292838"/>
                  <a:pt x="37151" y="105808"/>
                  <a:pt x="0" y="0"/>
                </a:cubicBezTo>
                <a:close/>
              </a:path>
            </a:pathLst>
          </a:custGeom>
          <a:noFill/>
          <a:ln>
            <a:solidFill>
              <a:schemeClr val="accent6"/>
            </a:solidFill>
            <a:extLst>
              <a:ext uri="{C807C97D-BFC1-408E-A445-0C87EB9F89A2}">
                <ask:lineSketchStyleProps xmlns:ask="http://schemas.microsoft.com/office/drawing/2018/sketchyshapes" sd="349113440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837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53650-8815-A25C-C179-356B64DB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C59FCF-41B7-1F67-9B41-604FC7967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Daytona" panose="020B0604030500040204" pitchFamily="34" charset="0"/>
              </a:rPr>
              <a:t>1 - </a:t>
            </a:r>
            <a:r>
              <a:rPr lang="fr-FR" dirty="0" err="1">
                <a:latin typeface="Daytona" panose="020B0604030500040204" pitchFamily="34" charset="0"/>
              </a:rPr>
              <a:t>Overview</a:t>
            </a:r>
            <a:endParaRPr lang="fr-FR" dirty="0">
              <a:latin typeface="Daytona" panose="020B060403050004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9BA3D2-88AC-FAB9-ACFD-76F59F2D9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7491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2854001-B4AF-4E18-9D2E-33E37F97A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3D1322-FC55-D51A-8EB9-8394E0A31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>
                <a:latin typeface="Daytona" panose="020B0604030500040204" pitchFamily="34" charset="0"/>
              </a:rPr>
              <a:t>DATA-ETL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09B42D-92D6-15C2-6665-18917A2A7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9270" y="3355848"/>
            <a:ext cx="6244957" cy="2825496"/>
          </a:xfrm>
        </p:spPr>
        <p:txBody>
          <a:bodyPr vert="horz" lIns="91440" tIns="45720" rIns="91440" bIns="45720" rtlCol="0">
            <a:normAutofit/>
          </a:bodyPr>
          <a:lstStyle/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 sz="2200" dirty="0">
                <a:latin typeface="Daytona" panose="020B0604030500040204" pitchFamily="34" charset="0"/>
              </a:rPr>
              <a:t>Data models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Daytona" panose="020B0604030500040204" pitchFamily="34" charset="0"/>
              </a:rPr>
              <a:t>postgreSQL</a:t>
            </a:r>
            <a:r>
              <a:rPr lang="en-US" sz="2200" dirty="0">
                <a:latin typeface="Daytona" panose="020B0604030500040204" pitchFamily="34" charset="0"/>
              </a:rPr>
              <a:t> 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 sz="2200" dirty="0">
                <a:latin typeface="Daytona" panose="020B0604030500040204" pitchFamily="34" charset="0"/>
              </a:rPr>
              <a:t>Scheduler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>
              <a:latin typeface="Daytona" panose="020B0604030500040204" pitchFamily="34" charset="0"/>
            </a:endParaRPr>
          </a:p>
        </p:txBody>
      </p:sp>
      <p:pic>
        <p:nvPicPr>
          <p:cNvPr id="10" name="Espace réservé pour une image  9" descr="Une image contenant diagramme, capture d’écran, texte&#10;&#10;Le contenu généré par l’IA peut être incorrect.">
            <a:extLst>
              <a:ext uri="{FF2B5EF4-FFF2-40B4-BE49-F238E27FC236}">
                <a16:creationId xmlns:a16="http://schemas.microsoft.com/office/drawing/2014/main" id="{157656A8-1BEA-7FBE-371D-4F15153C8CD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4990"/>
          <a:stretch>
            <a:fillRect/>
          </a:stretch>
        </p:blipFill>
        <p:spPr>
          <a:xfrm>
            <a:off x="7684007" y="343622"/>
            <a:ext cx="4050792" cy="5577840"/>
          </a:xfrm>
          <a:prstGeom prst="rect">
            <a:avLst/>
          </a:prstGeom>
        </p:spPr>
      </p:pic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07D20D63-0B2E-0BF9-2372-C46A8F38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6265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CC0066-4EF2-CB9B-E956-E0B99A91A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" y="106087"/>
            <a:ext cx="10515600" cy="1325563"/>
          </a:xfrm>
        </p:spPr>
        <p:txBody>
          <a:bodyPr/>
          <a:lstStyle/>
          <a:p>
            <a:r>
              <a:rPr lang="fr-FR" dirty="0">
                <a:latin typeface="Daytona" panose="020B0604030500040204" pitchFamily="34" charset="0"/>
              </a:rPr>
              <a:t>API – </a:t>
            </a:r>
            <a:r>
              <a:rPr lang="fr-FR" dirty="0" err="1">
                <a:latin typeface="Daytona" panose="020B0604030500040204" pitchFamily="34" charset="0"/>
              </a:rPr>
              <a:t>OpenData</a:t>
            </a:r>
            <a:r>
              <a:rPr lang="fr-FR" dirty="0">
                <a:latin typeface="Daytona" panose="020B0604030500040204" pitchFamily="34" charset="0"/>
              </a:rPr>
              <a:t> « Que-Faire-a-Paris »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E7CB78A-4827-8D1A-4394-A7F9F7BF0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7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21F0CD7-3C11-3BD3-2924-92590AF3316A}"/>
              </a:ext>
            </a:extLst>
          </p:cNvPr>
          <p:cNvSpPr txBox="1"/>
          <p:nvPr/>
        </p:nvSpPr>
        <p:spPr>
          <a:xfrm>
            <a:off x="0" y="1276376"/>
            <a:ext cx="6096000" cy="2633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"id":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"11138"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"event_id":</a:t>
            </a:r>
            <a:r>
              <a:rPr lang="fr-FR" sz="1100" b="0" i="0" dirty="0">
                <a:solidFill>
                  <a:srgbClr val="0000FF"/>
                </a:solidFill>
                <a:effectLst/>
                <a:latin typeface="inherit"/>
              </a:rPr>
              <a:t>4404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url":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"https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://www.paris.fr/evenements/paris-12e-ou-donner-vos-vetements-a-paris-11138"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title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"Paris 12e : où donner vos vêtements à Paris ?"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"lead_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text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"Pulls, blousons, pantalons… Ne laissez plus vos vieux vêtements s'entasser dans les armoires, et ne les jetez pas non plus ! En donnant à ceux qui en ont besoin vous ferez une bonne action et vous donnerez une seconde vie à vos vêtements."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"description":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"&lt;p&gt;La &lt;a href="https://www.aurore.asso.fr/neufs et non périmés&lt;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br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&gt;&lt;/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br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&gt;&lt;/p&gt;"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"date_start":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"date_end":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"occurrences":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"date_description":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cover_url":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"https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://cdn.paris.fr/qfapv4/2021/11/08/huge-9884909f7c8464401211b7ab907803d7.jpg"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cover_alt":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"vestiaire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"cover_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credit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"Emilie Chaix / Ville de Paris"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"locations":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endParaRPr lang="fr-FR" sz="1100" b="0" i="0" dirty="0">
              <a:solidFill>
                <a:srgbClr val="071F32"/>
              </a:solidFill>
              <a:effectLst/>
              <a:latin typeface="inheri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38259D6-1B1B-868E-5328-5B0A69D76F53}"/>
              </a:ext>
            </a:extLst>
          </p:cNvPr>
          <p:cNvSpPr txBox="1"/>
          <p:nvPr/>
        </p:nvSpPr>
        <p:spPr>
          <a:xfrm>
            <a:off x="9319846" y="2344457"/>
            <a:ext cx="6096000" cy="4352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endParaRPr lang="fr-FR" sz="1100" b="0" i="0" dirty="0">
              <a:solidFill>
                <a:srgbClr val="071F32"/>
              </a:solidFill>
              <a:effectLst/>
              <a:latin typeface="inherit"/>
            </a:endParaRP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accessibility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{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"blind":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pmr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deaf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"sign_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language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"mental":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endParaRPr lang="fr-FR" sz="1100" b="0" i="0" dirty="0">
              <a:solidFill>
                <a:srgbClr val="071F32"/>
              </a:solidFill>
              <a:effectLst/>
              <a:latin typeface="inherit"/>
            </a:endParaRP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}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"address_street":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"6-8 passage 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Raguinot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"address_zipCode":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"75012"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"address_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details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"address_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name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"Halte Femme"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"address_lat_lon":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"0.0,0.0"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"location_type":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address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address_city":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"Paris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</a:t>
            </a:r>
            <a:endParaRPr lang="fr-FR" sz="1100" b="0" i="0" dirty="0">
              <a:solidFill>
                <a:srgbClr val="071F32"/>
              </a:solidFill>
              <a:effectLst/>
              <a:latin typeface="inherit"/>
            </a:endParaRP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}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]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"address_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name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"Halte Femme"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"address_street":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"6-8 passage 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Raguinot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"address_zipcode":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"75012"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address_city":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"Paris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lat_lon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{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"lon":</a:t>
            </a:r>
            <a:r>
              <a:rPr lang="fr-FR" sz="1100" b="0" i="0" dirty="0">
                <a:solidFill>
                  <a:srgbClr val="0000FF"/>
                </a:solidFill>
                <a:effectLst/>
                <a:latin typeface="inherit"/>
              </a:rPr>
              <a:t>0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"lat":</a:t>
            </a:r>
            <a:r>
              <a:rPr lang="fr-FR" sz="1100" b="0" i="0" dirty="0">
                <a:solidFill>
                  <a:srgbClr val="0000FF"/>
                </a:solidFill>
                <a:effectLst/>
                <a:latin typeface="inherit"/>
              </a:rPr>
              <a:t>0</a:t>
            </a:r>
            <a:endParaRPr lang="fr-FR" sz="1100" b="0" i="0" dirty="0">
              <a:solidFill>
                <a:srgbClr val="071F32"/>
              </a:solidFill>
              <a:effectLst/>
              <a:latin typeface="inherit"/>
            </a:endParaRP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}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  <a:endParaRPr lang="fr-FR" sz="11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1D4F92C-B92D-6FA1-7120-284D83F3A0D9}"/>
              </a:ext>
            </a:extLst>
          </p:cNvPr>
          <p:cNvSpPr txBox="1"/>
          <p:nvPr/>
        </p:nvSpPr>
        <p:spPr>
          <a:xfrm>
            <a:off x="1" y="3495541"/>
            <a:ext cx="6471138" cy="3201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endParaRPr lang="fr-FR" sz="1100" b="0" i="0" dirty="0">
              <a:solidFill>
                <a:srgbClr val="071F32"/>
              </a:solidFill>
              <a:effectLst/>
              <a:latin typeface="inherit"/>
            </a:endParaRP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endParaRPr lang="fr-FR" sz="1100" b="0" i="0" dirty="0">
              <a:solidFill>
                <a:srgbClr val="071F32"/>
              </a:solidFill>
              <a:effectLst/>
              <a:latin typeface="inherit"/>
            </a:endParaRP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pmr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"blind":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deaf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"sign_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language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"mental":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"transport":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contact_url":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"https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://www.aurore.asso.fr/hauts-de-seine-paris-sud-est-iml/esi-halte-femmes"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"contact_phone":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"contact_mail":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facebook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"contact_twitter":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price_type":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"gratuit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"price_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detail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access_type":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"non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"access_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link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"access_link_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text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"updated_at":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"2021-11-08T20:15:29+00:00"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"image_couverture":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"programs":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"address_url":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58B0FE1-2759-FEEC-A539-40AC330EDD5D}"/>
              </a:ext>
            </a:extLst>
          </p:cNvPr>
          <p:cNvSpPr txBox="1"/>
          <p:nvPr/>
        </p:nvSpPr>
        <p:spPr>
          <a:xfrm>
            <a:off x="5609493" y="2541233"/>
            <a:ext cx="6494584" cy="4352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"address_url_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text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"address_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text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"title_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event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"Paris 12e : où donner vos vêtements à Paris ?"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audience":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"Tout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 public."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childrens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group":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"Agenda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"locale":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</a:t>
            </a:r>
            <a:r>
              <a:rPr lang="fr-FR" sz="1100" b="0" i="0" dirty="0" err="1">
                <a:solidFill>
                  <a:srgbClr val="009900"/>
                </a:solidFill>
                <a:effectLst/>
                <a:latin typeface="inherit"/>
              </a:rPr>
              <a:t>fr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"rank":</a:t>
            </a:r>
            <a:r>
              <a:rPr lang="fr-FR" sz="1100" b="0" i="0" dirty="0">
                <a:solidFill>
                  <a:srgbClr val="0000FF"/>
                </a:solidFill>
                <a:effectLst/>
                <a:latin typeface="inherit"/>
              </a:rPr>
              <a:t>433.86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"weight":</a:t>
            </a:r>
            <a:r>
              <a:rPr lang="fr-FR" sz="1100" b="0" i="0" dirty="0">
                <a:solidFill>
                  <a:srgbClr val="0000FF"/>
                </a:solidFill>
                <a:effectLst/>
                <a:latin typeface="inherit"/>
              </a:rPr>
              <a:t>1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"qfap_tags":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"universe_tags":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"event_indoor":</a:t>
            </a:r>
            <a:r>
              <a:rPr lang="fr-FR" sz="1100" b="0" i="0" dirty="0">
                <a:solidFill>
                  <a:srgbClr val="0000FF"/>
                </a:solidFill>
                <a:effectLst/>
                <a:latin typeface="inherit"/>
              </a:rPr>
              <a:t>1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"event_pets_allowed":</a:t>
            </a:r>
            <a:r>
              <a:rPr lang="fr-FR" sz="1100" b="0" i="0" dirty="0">
                <a:solidFill>
                  <a:srgbClr val="0000FF"/>
                </a:solidFill>
                <a:effectLst/>
                <a:latin typeface="inherit"/>
              </a:rPr>
              <a:t>0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"contact_organisation_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name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"contact_url_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text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>
                <a:solidFill>
                  <a:srgbClr val="009900"/>
                </a:solidFill>
                <a:effectLst/>
                <a:latin typeface="inherit"/>
              </a:rPr>
              <a:t>"Halte Femme"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vimeo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deezer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tiktok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twitch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spotify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youtube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bandcamp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linkedin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snapchat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whatsapp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instagram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messenger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pinterest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"contact_</a:t>
            </a:r>
            <a:r>
              <a:rPr lang="fr-FR" sz="1100" b="0" i="0" dirty="0" err="1">
                <a:solidFill>
                  <a:srgbClr val="071F32"/>
                </a:solidFill>
                <a:effectLst/>
                <a:latin typeface="inherit"/>
              </a:rPr>
              <a:t>soundcloud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,</a:t>
            </a:r>
          </a:p>
          <a:p>
            <a:pPr algn="l">
              <a:lnSpc>
                <a:spcPts val="1050"/>
              </a:lnSpc>
              <a:buFont typeface="Arial" panose="020B0604020202020204" pitchFamily="34" charset="0"/>
              <a:buChar char="•"/>
            </a:pPr>
            <a:r>
              <a:rPr lang="fr-FR" sz="1100" b="0" i="0" dirty="0">
                <a:solidFill>
                  <a:srgbClr val="071F32"/>
                </a:solidFill>
                <a:effectLst/>
                <a:latin typeface="inherit"/>
              </a:rPr>
              <a:t>"univers":</a:t>
            </a:r>
            <a:r>
              <a:rPr lang="fr-FR" sz="1100" b="0" i="0" dirty="0" err="1">
                <a:solidFill>
                  <a:srgbClr val="CCCCCC"/>
                </a:solidFill>
                <a:effectLst/>
                <a:latin typeface="inherit"/>
              </a:rPr>
              <a:t>null</a:t>
            </a:r>
            <a:endParaRPr lang="fr-FR" sz="11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D349C9F-2CDB-50E3-EF82-4F1AFEF7645E}"/>
              </a:ext>
            </a:extLst>
          </p:cNvPr>
          <p:cNvSpPr txBox="1"/>
          <p:nvPr/>
        </p:nvSpPr>
        <p:spPr>
          <a:xfrm>
            <a:off x="6242304" y="1276376"/>
            <a:ext cx="6278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 b="1" dirty="0"/>
              <a:t>69 </a:t>
            </a:r>
            <a:r>
              <a:rPr lang="fr-FR" sz="3200" b="1" dirty="0" err="1"/>
              <a:t>columns</a:t>
            </a:r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137499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69AC5-FF9D-71D9-4D91-F517A0899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35" y="8380"/>
            <a:ext cx="10515600" cy="1325563"/>
          </a:xfrm>
        </p:spPr>
        <p:txBody>
          <a:bodyPr/>
          <a:lstStyle/>
          <a:p>
            <a:r>
              <a:rPr lang="fr-FR" dirty="0">
                <a:latin typeface="Daytona" panose="020B0604030500040204" pitchFamily="34" charset="0"/>
              </a:rPr>
              <a:t>Data model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C55BC3B9-1B3C-4503-0B8D-51067C9D3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784958"/>
              </p:ext>
            </p:extLst>
          </p:nvPr>
        </p:nvGraphicFramePr>
        <p:xfrm>
          <a:off x="6065232" y="4880522"/>
          <a:ext cx="226568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680">
                  <a:extLst>
                    <a:ext uri="{9D8B030D-6E8A-4147-A177-3AD203B41FA5}">
                      <a16:colId xmlns:a16="http://schemas.microsoft.com/office/drawing/2014/main" val="1516608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Users</a:t>
                      </a:r>
                      <a:endParaRPr lang="fr-FR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User_id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First_name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Last_name</a:t>
                      </a:r>
                      <a:endParaRPr lang="fr-FR" dirty="0"/>
                    </a:p>
                    <a:p>
                      <a:pPr algn="ctr"/>
                      <a:r>
                        <a:rPr lang="fr-FR" dirty="0"/>
                        <a:t>Email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0139"/>
                  </a:ext>
                </a:extLst>
              </a:tr>
            </a:tbl>
          </a:graphicData>
        </a:graphic>
      </p:graphicFrame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C53C2E24-9106-B547-6CDF-52B72D22F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242656"/>
              </p:ext>
            </p:extLst>
          </p:nvPr>
        </p:nvGraphicFramePr>
        <p:xfrm>
          <a:off x="3598920" y="1082995"/>
          <a:ext cx="193668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681">
                  <a:extLst>
                    <a:ext uri="{9D8B030D-6E8A-4147-A177-3AD203B41FA5}">
                      <a16:colId xmlns:a16="http://schemas.microsoft.com/office/drawing/2014/main" val="1516608136"/>
                    </a:ext>
                  </a:extLst>
                </a:gridCol>
              </a:tblGrid>
              <a:tr h="33081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Events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Event_id</a:t>
                      </a:r>
                      <a:endParaRPr lang="fr-FR" dirty="0"/>
                    </a:p>
                    <a:p>
                      <a:pPr algn="ctr"/>
                      <a:r>
                        <a:rPr lang="fr-FR" dirty="0"/>
                        <a:t>url</a:t>
                      </a:r>
                    </a:p>
                    <a:p>
                      <a:pPr algn="ctr"/>
                      <a:r>
                        <a:rPr lang="fr-FR" dirty="0" err="1"/>
                        <a:t>Title</a:t>
                      </a:r>
                      <a:endParaRPr lang="fr-FR" dirty="0"/>
                    </a:p>
                    <a:p>
                      <a:pPr algn="ctr"/>
                      <a:r>
                        <a:rPr lang="fr-FR" dirty="0"/>
                        <a:t>Description</a:t>
                      </a:r>
                    </a:p>
                    <a:p>
                      <a:pPr algn="ctr"/>
                      <a:r>
                        <a:rPr lang="fr-FR" dirty="0" err="1"/>
                        <a:t>Date_start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Date_end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Updated_at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Location_id</a:t>
                      </a:r>
                      <a:endParaRPr lang="fr-FR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Categories_id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0139"/>
                  </a:ext>
                </a:extLst>
              </a:tr>
            </a:tbl>
          </a:graphicData>
        </a:graphic>
      </p:graphicFrame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E43C02B7-7D16-87B5-9256-AD99B603D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031058"/>
              </p:ext>
            </p:extLst>
          </p:nvPr>
        </p:nvGraphicFramePr>
        <p:xfrm>
          <a:off x="6776066" y="798080"/>
          <a:ext cx="226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680">
                  <a:extLst>
                    <a:ext uri="{9D8B030D-6E8A-4147-A177-3AD203B41FA5}">
                      <a16:colId xmlns:a16="http://schemas.microsoft.com/office/drawing/2014/main" val="1516608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Location 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 </a:t>
                      </a:r>
                      <a:r>
                        <a:rPr lang="fr-FR" dirty="0" err="1"/>
                        <a:t>Location_id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Address_name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Address_city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Address_zipcode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Lat_long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0139"/>
                  </a:ext>
                </a:extLst>
              </a:tr>
            </a:tbl>
          </a:graphicData>
        </a:graphic>
      </p:graphicFrame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1C1370F3-BDE9-8BA9-BE15-B3DF4862C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97792"/>
              </p:ext>
            </p:extLst>
          </p:nvPr>
        </p:nvGraphicFramePr>
        <p:xfrm>
          <a:off x="9625584" y="1217127"/>
          <a:ext cx="226568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680">
                  <a:extLst>
                    <a:ext uri="{9D8B030D-6E8A-4147-A177-3AD203B41FA5}">
                      <a16:colId xmlns:a16="http://schemas.microsoft.com/office/drawing/2014/main" val="1516608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 </a:t>
                      </a:r>
                      <a:r>
                        <a:rPr lang="fr-FR" dirty="0" err="1"/>
                        <a:t>Cards_locations</a:t>
                      </a:r>
                      <a:endParaRPr lang="fr-FR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 </a:t>
                      </a:r>
                      <a:r>
                        <a:rPr lang="fr-FR" dirty="0" err="1"/>
                        <a:t>Card_id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Location_id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0139"/>
                  </a:ext>
                </a:extLst>
              </a:tr>
            </a:tbl>
          </a:graphicData>
        </a:graphic>
      </p:graphicFrame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712BEFBF-2C05-23B7-5BD9-BCB43DFAD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8</a:t>
            </a:fld>
            <a:endParaRPr lang="fr-FR"/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317E7D77-962D-95FD-CAA6-7AC1374EA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257643"/>
              </p:ext>
            </p:extLst>
          </p:nvPr>
        </p:nvGraphicFramePr>
        <p:xfrm>
          <a:off x="6176992" y="3424998"/>
          <a:ext cx="20421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1516608136"/>
                    </a:ext>
                  </a:extLst>
                </a:gridCol>
              </a:tblGrid>
              <a:tr h="33081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UserInterests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Event_id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User_id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0139"/>
                  </a:ext>
                </a:extLst>
              </a:tr>
            </a:tbl>
          </a:graphicData>
        </a:graphic>
      </p:graphicFrame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760E5230-5D12-7F5D-ABF4-164E908F29BA}"/>
              </a:ext>
            </a:extLst>
          </p:cNvPr>
          <p:cNvCxnSpPr>
            <a:cxnSpLocks/>
            <a:stCxn id="10" idx="1"/>
            <a:endCxn id="8" idx="3"/>
          </p:cNvCxnSpPr>
          <p:nvPr/>
        </p:nvCxnSpPr>
        <p:spPr>
          <a:xfrm flipH="1">
            <a:off x="5535601" y="1712480"/>
            <a:ext cx="1240465" cy="8335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17CA4C37-AA06-765E-A4E4-C4FAB1CC7493}"/>
              </a:ext>
            </a:extLst>
          </p:cNvPr>
          <p:cNvCxnSpPr>
            <a:cxnSpLocks/>
            <a:stCxn id="13" idx="1"/>
            <a:endCxn id="8" idx="3"/>
          </p:cNvCxnSpPr>
          <p:nvPr/>
        </p:nvCxnSpPr>
        <p:spPr>
          <a:xfrm flipH="1" flipV="1">
            <a:off x="5535601" y="2546035"/>
            <a:ext cx="641391" cy="13818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Tableau 35">
            <a:extLst>
              <a:ext uri="{FF2B5EF4-FFF2-40B4-BE49-F238E27FC236}">
                <a16:creationId xmlns:a16="http://schemas.microsoft.com/office/drawing/2014/main" id="{360CCC23-9F2D-8743-CC1B-581835942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845532"/>
              </p:ext>
            </p:extLst>
          </p:nvPr>
        </p:nvGraphicFramePr>
        <p:xfrm>
          <a:off x="9625584" y="4364702"/>
          <a:ext cx="2265680" cy="103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680">
                  <a:extLst>
                    <a:ext uri="{9D8B030D-6E8A-4147-A177-3AD203B41FA5}">
                      <a16:colId xmlns:a16="http://schemas.microsoft.com/office/drawing/2014/main" val="1516608136"/>
                    </a:ext>
                  </a:extLst>
                </a:gridCol>
              </a:tblGrid>
              <a:tr h="3450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 </a:t>
                      </a:r>
                      <a:r>
                        <a:rPr lang="fr-FR" dirty="0" err="1"/>
                        <a:t>CardHolders</a:t>
                      </a:r>
                      <a:endParaRPr lang="fr-FR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5338"/>
                  </a:ext>
                </a:extLst>
              </a:tr>
              <a:tr h="66588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 </a:t>
                      </a:r>
                      <a:r>
                        <a:rPr lang="fr-FR" dirty="0" err="1"/>
                        <a:t>Cards_id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User_id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0139"/>
                  </a:ext>
                </a:extLst>
              </a:tr>
            </a:tbl>
          </a:graphicData>
        </a:graphic>
      </p:graphicFrame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FFBBAB3E-CEF9-DFBA-2023-5BB9816E3350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9041746" y="1712480"/>
            <a:ext cx="583838" cy="10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Image 73" descr="Une image contenant Graphique, symbole, Police, graphisme&#10;&#10;Le contenu généré par l’IA peut être incorrect.">
            <a:extLst>
              <a:ext uri="{FF2B5EF4-FFF2-40B4-BE49-F238E27FC236}">
                <a16:creationId xmlns:a16="http://schemas.microsoft.com/office/drawing/2014/main" id="{83075DD9-0BCC-6D13-9085-FF28FD080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30787">
            <a:off x="9300373" y="-106001"/>
            <a:ext cx="767628" cy="767628"/>
          </a:xfrm>
          <a:prstGeom prst="rect">
            <a:avLst/>
          </a:prstGeom>
        </p:spPr>
      </p:pic>
      <p:pic>
        <p:nvPicPr>
          <p:cNvPr id="76" name="Image 75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ECD104B4-0D11-36AC-A8AC-C2BD607A7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61946" flipH="1">
            <a:off x="8010952" y="-151956"/>
            <a:ext cx="859536" cy="859536"/>
          </a:xfrm>
          <a:prstGeom prst="rect">
            <a:avLst/>
          </a:prstGeom>
        </p:spPr>
      </p:pic>
      <p:sp>
        <p:nvSpPr>
          <p:cNvPr id="77" name="ZoneTexte 76">
            <a:extLst>
              <a:ext uri="{FF2B5EF4-FFF2-40B4-BE49-F238E27FC236}">
                <a16:creationId xmlns:a16="http://schemas.microsoft.com/office/drawing/2014/main" id="{D600884A-4C71-7AD6-CC99-AE28940A11C0}"/>
              </a:ext>
            </a:extLst>
          </p:cNvPr>
          <p:cNvSpPr txBox="1"/>
          <p:nvPr/>
        </p:nvSpPr>
        <p:spPr>
          <a:xfrm>
            <a:off x="8075368" y="440179"/>
            <a:ext cx="3116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Daytona" panose="020B0604030500040204" pitchFamily="34" charset="0"/>
              </a:rPr>
              <a:t>Primary</a:t>
            </a:r>
            <a:r>
              <a:rPr lang="fr-FR" sz="1200" dirty="0">
                <a:latin typeface="Daytona" panose="020B0604030500040204" pitchFamily="34" charset="0"/>
              </a:rPr>
              <a:t> key       </a:t>
            </a:r>
            <a:r>
              <a:rPr lang="fr-FR" sz="1200" dirty="0" err="1">
                <a:latin typeface="Daytona" panose="020B0604030500040204" pitchFamily="34" charset="0"/>
              </a:rPr>
              <a:t>Foreign</a:t>
            </a:r>
            <a:r>
              <a:rPr lang="fr-FR" sz="1200" dirty="0">
                <a:latin typeface="Daytona" panose="020B0604030500040204" pitchFamily="34" charset="0"/>
              </a:rPr>
              <a:t> key</a:t>
            </a:r>
          </a:p>
        </p:txBody>
      </p:sp>
      <p:pic>
        <p:nvPicPr>
          <p:cNvPr id="78" name="Image 77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42BA1720-6363-FAAD-A1E9-2E9D4B71C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61946" flipH="1">
            <a:off x="7733350" y="5216081"/>
            <a:ext cx="504282" cy="504282"/>
          </a:xfrm>
          <a:prstGeom prst="rect">
            <a:avLst/>
          </a:prstGeom>
        </p:spPr>
      </p:pic>
      <p:pic>
        <p:nvPicPr>
          <p:cNvPr id="79" name="Image 78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2F9E2E31-DCE6-E74D-72FB-0A987529F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61946" flipH="1">
            <a:off x="5096702" y="1356571"/>
            <a:ext cx="504282" cy="504282"/>
          </a:xfrm>
          <a:prstGeom prst="rect">
            <a:avLst/>
          </a:prstGeom>
        </p:spPr>
      </p:pic>
      <p:pic>
        <p:nvPicPr>
          <p:cNvPr id="80" name="Image 79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1B4E852C-2092-F555-2E42-A8AEF404B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61946" flipH="1">
            <a:off x="8503456" y="1122422"/>
            <a:ext cx="504282" cy="504282"/>
          </a:xfrm>
          <a:prstGeom prst="rect">
            <a:avLst/>
          </a:prstGeom>
        </p:spPr>
      </p:pic>
      <p:pic>
        <p:nvPicPr>
          <p:cNvPr id="83" name="Image 82" descr="Une image contenant Graphique, symbole, Police, graphisme&#10;&#10;Le contenu généré par l’IA peut être incorrect.">
            <a:extLst>
              <a:ext uri="{FF2B5EF4-FFF2-40B4-BE49-F238E27FC236}">
                <a16:creationId xmlns:a16="http://schemas.microsoft.com/office/drawing/2014/main" id="{14CB31CD-F331-08C2-5277-6BD775666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30787">
            <a:off x="5129523" y="3311481"/>
            <a:ext cx="472096" cy="472096"/>
          </a:xfrm>
          <a:prstGeom prst="rect">
            <a:avLst/>
          </a:prstGeom>
        </p:spPr>
      </p:pic>
      <p:sp>
        <p:nvSpPr>
          <p:cNvPr id="90" name="Accolade fermante 89">
            <a:extLst>
              <a:ext uri="{FF2B5EF4-FFF2-40B4-BE49-F238E27FC236}">
                <a16:creationId xmlns:a16="http://schemas.microsoft.com/office/drawing/2014/main" id="{8EADCA15-509F-4DDF-3F44-123AAA89BBDA}"/>
              </a:ext>
            </a:extLst>
          </p:cNvPr>
          <p:cNvSpPr/>
          <p:nvPr/>
        </p:nvSpPr>
        <p:spPr>
          <a:xfrm>
            <a:off x="11394958" y="1662861"/>
            <a:ext cx="90424" cy="493776"/>
          </a:xfrm>
          <a:prstGeom prst="rightBrace">
            <a:avLst>
              <a:gd name="adj1" fmla="val 6247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1" name="Image 90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6560BE70-4CBC-5081-D63C-1E422B23D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61946" flipH="1">
            <a:off x="11475558" y="1657607"/>
            <a:ext cx="504282" cy="504282"/>
          </a:xfrm>
          <a:prstGeom prst="rect">
            <a:avLst/>
          </a:prstGeom>
        </p:spPr>
      </p:pic>
      <p:sp>
        <p:nvSpPr>
          <p:cNvPr id="92" name="Accolade fermante 91">
            <a:extLst>
              <a:ext uri="{FF2B5EF4-FFF2-40B4-BE49-F238E27FC236}">
                <a16:creationId xmlns:a16="http://schemas.microsoft.com/office/drawing/2014/main" id="{A3479C90-0FDC-909B-CD58-AE1F8494F205}"/>
              </a:ext>
            </a:extLst>
          </p:cNvPr>
          <p:cNvSpPr/>
          <p:nvPr/>
        </p:nvSpPr>
        <p:spPr>
          <a:xfrm>
            <a:off x="11352730" y="4792933"/>
            <a:ext cx="90424" cy="493776"/>
          </a:xfrm>
          <a:prstGeom prst="rightBrace">
            <a:avLst>
              <a:gd name="adj1" fmla="val 6247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3" name="Image 92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228BF651-4665-4AD8-944C-A736A6AF1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61946" flipH="1">
            <a:off x="11433330" y="4787679"/>
            <a:ext cx="504282" cy="504282"/>
          </a:xfrm>
          <a:prstGeom prst="rect">
            <a:avLst/>
          </a:prstGeom>
        </p:spPr>
      </p:pic>
      <p:graphicFrame>
        <p:nvGraphicFramePr>
          <p:cNvPr id="54" name="Tableau 53">
            <a:extLst>
              <a:ext uri="{FF2B5EF4-FFF2-40B4-BE49-F238E27FC236}">
                <a16:creationId xmlns:a16="http://schemas.microsoft.com/office/drawing/2014/main" id="{35EC57F2-54CB-49A4-4C0A-5999544EF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033628"/>
              </p:ext>
            </p:extLst>
          </p:nvPr>
        </p:nvGraphicFramePr>
        <p:xfrm>
          <a:off x="753739" y="2020615"/>
          <a:ext cx="20421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1516608136"/>
                    </a:ext>
                  </a:extLst>
                </a:gridCol>
              </a:tblGrid>
              <a:tr h="330812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Event_categories</a:t>
                      </a:r>
                      <a:endParaRPr lang="fr-FR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Event_id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Categories_id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0139"/>
                  </a:ext>
                </a:extLst>
              </a:tr>
            </a:tbl>
          </a:graphicData>
        </a:graphic>
      </p:graphicFrame>
      <p:graphicFrame>
        <p:nvGraphicFramePr>
          <p:cNvPr id="55" name="Tableau 54">
            <a:extLst>
              <a:ext uri="{FF2B5EF4-FFF2-40B4-BE49-F238E27FC236}">
                <a16:creationId xmlns:a16="http://schemas.microsoft.com/office/drawing/2014/main" id="{17281150-5637-5063-BE20-711C35EEF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410733"/>
              </p:ext>
            </p:extLst>
          </p:nvPr>
        </p:nvGraphicFramePr>
        <p:xfrm>
          <a:off x="641979" y="5020222"/>
          <a:ext cx="2265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680">
                  <a:extLst>
                    <a:ext uri="{9D8B030D-6E8A-4147-A177-3AD203B41FA5}">
                      <a16:colId xmlns:a16="http://schemas.microsoft.com/office/drawing/2014/main" val="1516608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Categories</a:t>
                      </a:r>
                      <a:r>
                        <a:rPr lang="fr-FR" dirty="0"/>
                        <a:t> 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Categories_id</a:t>
                      </a:r>
                      <a:endParaRPr lang="fr-FR" dirty="0"/>
                    </a:p>
                    <a:p>
                      <a:pPr algn="ctr"/>
                      <a:r>
                        <a:rPr lang="fr-FR" dirty="0"/>
                        <a:t>Name</a:t>
                      </a:r>
                    </a:p>
                    <a:p>
                      <a:pPr algn="ctr"/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0139"/>
                  </a:ext>
                </a:extLst>
              </a:tr>
            </a:tbl>
          </a:graphicData>
        </a:graphic>
      </p:graphicFrame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4428999C-5CEE-5B54-049C-8B8815F5F7CC}"/>
              </a:ext>
            </a:extLst>
          </p:cNvPr>
          <p:cNvCxnSpPr>
            <a:cxnSpLocks/>
            <a:stCxn id="54" idx="3"/>
            <a:endCxn id="8" idx="1"/>
          </p:cNvCxnSpPr>
          <p:nvPr/>
        </p:nvCxnSpPr>
        <p:spPr>
          <a:xfrm>
            <a:off x="2795899" y="2523535"/>
            <a:ext cx="803021" cy="22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AE6BBD-0FF3-BEB6-8318-562E2B8A8912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>
            <a:off x="1774819" y="3026455"/>
            <a:ext cx="0" cy="19937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7E5EEA18-3181-C4E6-3495-C5143E663552}"/>
              </a:ext>
            </a:extLst>
          </p:cNvPr>
          <p:cNvCxnSpPr>
            <a:cxnSpLocks/>
            <a:stCxn id="55" idx="3"/>
            <a:endCxn id="63" idx="1"/>
          </p:cNvCxnSpPr>
          <p:nvPr/>
        </p:nvCxnSpPr>
        <p:spPr>
          <a:xfrm>
            <a:off x="2907659" y="5660302"/>
            <a:ext cx="5746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Tableau 62">
            <a:extLst>
              <a:ext uri="{FF2B5EF4-FFF2-40B4-BE49-F238E27FC236}">
                <a16:creationId xmlns:a16="http://schemas.microsoft.com/office/drawing/2014/main" id="{B93F119E-DBC5-E082-E5DD-EECFF5C3C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390547"/>
              </p:ext>
            </p:extLst>
          </p:nvPr>
        </p:nvGraphicFramePr>
        <p:xfrm>
          <a:off x="3482338" y="5020222"/>
          <a:ext cx="20421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1516608136"/>
                    </a:ext>
                  </a:extLst>
                </a:gridCol>
              </a:tblGrid>
              <a:tr h="330812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User_Categories_interest</a:t>
                      </a:r>
                      <a:endParaRPr lang="fr-FR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User_id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Categories_id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0139"/>
                  </a:ext>
                </a:extLst>
              </a:tr>
            </a:tbl>
          </a:graphicData>
        </a:graphic>
      </p:graphicFrame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E208CDBD-6E87-AD6C-1DB2-F9F7ABFD4FF0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>
            <a:off x="7198072" y="4430838"/>
            <a:ext cx="0" cy="4496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B2965E9-FA5D-9136-8AD7-921FC59234FA}"/>
              </a:ext>
            </a:extLst>
          </p:cNvPr>
          <p:cNvCxnSpPr>
            <a:cxnSpLocks/>
            <a:stCxn id="63" idx="3"/>
            <a:endCxn id="7" idx="1"/>
          </p:cNvCxnSpPr>
          <p:nvPr/>
        </p:nvCxnSpPr>
        <p:spPr>
          <a:xfrm>
            <a:off x="5524498" y="5660302"/>
            <a:ext cx="5407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7" name="Image 96" descr="Une image contenant Graphique, symbole, Police, graphisme&#10;&#10;Le contenu généré par l’IA peut être incorrect.">
            <a:extLst>
              <a:ext uri="{FF2B5EF4-FFF2-40B4-BE49-F238E27FC236}">
                <a16:creationId xmlns:a16="http://schemas.microsoft.com/office/drawing/2014/main" id="{23CF8D05-2510-FFDB-999F-3D8116D61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30787">
            <a:off x="5179886" y="3572082"/>
            <a:ext cx="472096" cy="472096"/>
          </a:xfrm>
          <a:prstGeom prst="rect">
            <a:avLst/>
          </a:prstGeom>
        </p:spPr>
      </p:pic>
      <p:cxnSp>
        <p:nvCxnSpPr>
          <p:cNvPr id="101" name="Connecteur : en angle 100">
            <a:extLst>
              <a:ext uri="{FF2B5EF4-FFF2-40B4-BE49-F238E27FC236}">
                <a16:creationId xmlns:a16="http://schemas.microsoft.com/office/drawing/2014/main" id="{952C8DC1-F9B7-C5C3-52DB-B3223A2A2858}"/>
              </a:ext>
            </a:extLst>
          </p:cNvPr>
          <p:cNvCxnSpPr>
            <a:cxnSpLocks/>
            <a:stCxn id="7" idx="3"/>
            <a:endCxn id="36" idx="2"/>
          </p:cNvCxnSpPr>
          <p:nvPr/>
        </p:nvCxnSpPr>
        <p:spPr>
          <a:xfrm flipV="1">
            <a:off x="8330912" y="5396342"/>
            <a:ext cx="2427512" cy="26396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55A3F933-4705-22CB-F0A8-38F1C2B09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960877"/>
              </p:ext>
            </p:extLst>
          </p:nvPr>
        </p:nvGraphicFramePr>
        <p:xfrm>
          <a:off x="9633566" y="2647758"/>
          <a:ext cx="2265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680">
                  <a:extLst>
                    <a:ext uri="{9D8B030D-6E8A-4147-A177-3AD203B41FA5}">
                      <a16:colId xmlns:a16="http://schemas.microsoft.com/office/drawing/2014/main" val="1516608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Cards</a:t>
                      </a:r>
                      <a:endParaRPr lang="fr-FR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Card_id</a:t>
                      </a:r>
                      <a:endParaRPr lang="fr-FR" dirty="0"/>
                    </a:p>
                    <a:p>
                      <a:pPr algn="ctr"/>
                      <a:r>
                        <a:rPr lang="fr-FR" dirty="0"/>
                        <a:t>Name</a:t>
                      </a:r>
                    </a:p>
                    <a:p>
                      <a:pPr algn="ctr"/>
                      <a:r>
                        <a:rPr lang="fr-F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0139"/>
                  </a:ext>
                </a:extLst>
              </a:tr>
            </a:tbl>
          </a:graphicData>
        </a:graphic>
      </p:graphicFrame>
      <p:pic>
        <p:nvPicPr>
          <p:cNvPr id="14" name="Image 13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5F5D2469-F163-06AA-0E47-65C11FE97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61946" flipH="1">
            <a:off x="2448330" y="5341572"/>
            <a:ext cx="504282" cy="504282"/>
          </a:xfrm>
          <a:prstGeom prst="rect">
            <a:avLst/>
          </a:prstGeom>
        </p:spPr>
      </p:pic>
      <p:pic>
        <p:nvPicPr>
          <p:cNvPr id="16" name="Image 15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83F8FF8B-126D-C40E-7794-1D63B0923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61946" flipH="1">
            <a:off x="11296146" y="2974136"/>
            <a:ext cx="504282" cy="504282"/>
          </a:xfrm>
          <a:prstGeom prst="rect">
            <a:avLst/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ADE37535-3E9F-0E07-6A06-40BB69F740D1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10758424" y="2228047"/>
            <a:ext cx="7982" cy="419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E3BFDD50-D293-4798-4255-73CE09D6C94A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 flipH="1">
            <a:off x="10758424" y="3927918"/>
            <a:ext cx="7982" cy="436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294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DABC7-65F1-5814-C3CD-96027E8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91BFAE-D11B-19C7-4E4C-46C7B223C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Daytona" panose="020B0604030500040204" pitchFamily="34" charset="0"/>
              </a:rPr>
              <a:t>Data model</a:t>
            </a:r>
            <a:br>
              <a:rPr lang="fr-FR" dirty="0">
                <a:latin typeface="Daytona" panose="020B0604030500040204" pitchFamily="34" charset="0"/>
              </a:rPr>
            </a:br>
            <a:r>
              <a:rPr lang="fr-FR" dirty="0">
                <a:latin typeface="Daytona" panose="020B0604030500040204" pitchFamily="34" charset="0"/>
              </a:rPr>
              <a:t>V0.01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1EE81099-F8D5-7443-2D76-BEB8A0C17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527804"/>
              </p:ext>
            </p:extLst>
          </p:nvPr>
        </p:nvGraphicFramePr>
        <p:xfrm>
          <a:off x="4767741" y="1690688"/>
          <a:ext cx="20421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1516608136"/>
                    </a:ext>
                  </a:extLst>
                </a:gridCol>
              </a:tblGrid>
              <a:tr h="33081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Events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Event_id</a:t>
                      </a:r>
                      <a:endParaRPr lang="fr-FR" dirty="0"/>
                    </a:p>
                    <a:p>
                      <a:pPr algn="ctr"/>
                      <a:r>
                        <a:rPr lang="fr-FR" dirty="0"/>
                        <a:t>url</a:t>
                      </a:r>
                    </a:p>
                    <a:p>
                      <a:pPr algn="ctr"/>
                      <a:r>
                        <a:rPr lang="fr-FR" dirty="0" err="1"/>
                        <a:t>Title</a:t>
                      </a:r>
                      <a:endParaRPr lang="fr-FR" dirty="0"/>
                    </a:p>
                    <a:p>
                      <a:pPr algn="ctr"/>
                      <a:r>
                        <a:rPr lang="fr-FR" dirty="0"/>
                        <a:t>Description</a:t>
                      </a:r>
                    </a:p>
                    <a:p>
                      <a:pPr algn="ctr"/>
                      <a:r>
                        <a:rPr lang="fr-FR" dirty="0" err="1"/>
                        <a:t>Date_start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Date_end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Updated_at</a:t>
                      </a:r>
                      <a:endParaRPr lang="fr-FR" dirty="0"/>
                    </a:p>
                    <a:p>
                      <a:pPr algn="ctr"/>
                      <a:r>
                        <a:rPr lang="fr-FR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flag_interest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qfap_tags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fr-FR" dirty="0" err="1"/>
                        <a:t>Address_name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Address_city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Address_zipcode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Lat_lon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0139"/>
                  </a:ext>
                </a:extLst>
              </a:tr>
            </a:tbl>
          </a:graphicData>
        </a:graphic>
      </p:graphicFrame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94398441-D567-B6C0-22E3-109CAFD89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9</a:t>
            </a:fld>
            <a:endParaRPr lang="fr-FR"/>
          </a:p>
        </p:txBody>
      </p:sp>
      <p:pic>
        <p:nvPicPr>
          <p:cNvPr id="74" name="Image 73" descr="Une image contenant Graphique, symbole, Police, graphisme&#10;&#10;Le contenu généré par l’IA peut être incorrect.">
            <a:extLst>
              <a:ext uri="{FF2B5EF4-FFF2-40B4-BE49-F238E27FC236}">
                <a16:creationId xmlns:a16="http://schemas.microsoft.com/office/drawing/2014/main" id="{6F272B34-1324-47B6-2868-EF1BCD006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30787">
            <a:off x="9300373" y="-106001"/>
            <a:ext cx="767628" cy="767628"/>
          </a:xfrm>
          <a:prstGeom prst="rect">
            <a:avLst/>
          </a:prstGeom>
        </p:spPr>
      </p:pic>
      <p:pic>
        <p:nvPicPr>
          <p:cNvPr id="76" name="Image 75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3FA05A07-364B-7D9F-5F86-7F72DB39C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61946" flipH="1">
            <a:off x="8010952" y="-151956"/>
            <a:ext cx="859536" cy="859536"/>
          </a:xfrm>
          <a:prstGeom prst="rect">
            <a:avLst/>
          </a:prstGeom>
        </p:spPr>
      </p:pic>
      <p:sp>
        <p:nvSpPr>
          <p:cNvPr id="77" name="ZoneTexte 76">
            <a:extLst>
              <a:ext uri="{FF2B5EF4-FFF2-40B4-BE49-F238E27FC236}">
                <a16:creationId xmlns:a16="http://schemas.microsoft.com/office/drawing/2014/main" id="{1CA8B2FD-2D10-09DA-4B1F-3055FA22C7EA}"/>
              </a:ext>
            </a:extLst>
          </p:cNvPr>
          <p:cNvSpPr txBox="1"/>
          <p:nvPr/>
        </p:nvSpPr>
        <p:spPr>
          <a:xfrm>
            <a:off x="7833036" y="523256"/>
            <a:ext cx="3116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>
                <a:latin typeface="Daytona" panose="020B0604030500040204" pitchFamily="34" charset="0"/>
              </a:rPr>
              <a:t>Primary</a:t>
            </a:r>
            <a:r>
              <a:rPr lang="fr-FR" sz="1400" dirty="0">
                <a:latin typeface="Daytona" panose="020B0604030500040204" pitchFamily="34" charset="0"/>
              </a:rPr>
              <a:t> key       </a:t>
            </a:r>
            <a:r>
              <a:rPr lang="fr-FR" sz="1400" dirty="0" err="1">
                <a:latin typeface="Daytona" panose="020B0604030500040204" pitchFamily="34" charset="0"/>
              </a:rPr>
              <a:t>Foreign</a:t>
            </a:r>
            <a:r>
              <a:rPr lang="fr-FR" sz="1400" dirty="0">
                <a:latin typeface="Daytona" panose="020B0604030500040204" pitchFamily="34" charset="0"/>
              </a:rPr>
              <a:t> key</a:t>
            </a:r>
          </a:p>
        </p:txBody>
      </p:sp>
    </p:spTree>
    <p:extLst>
      <p:ext uri="{BB962C8B-B14F-4D97-AF65-F5344CB8AC3E}">
        <p14:creationId xmlns:p14="http://schemas.microsoft.com/office/powerpoint/2010/main" val="262975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76EA9-7546-E630-2948-D90018539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05D30-F1B8-2C7C-2240-42B8975C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Daytona" panose="020B0604030500040204" pitchFamily="34" charset="0"/>
              </a:rPr>
              <a:t>Data model</a:t>
            </a:r>
            <a:br>
              <a:rPr lang="fr-FR" dirty="0">
                <a:latin typeface="Daytona" panose="020B0604030500040204" pitchFamily="34" charset="0"/>
              </a:rPr>
            </a:br>
            <a:r>
              <a:rPr lang="fr-FR" dirty="0">
                <a:latin typeface="Daytona" panose="020B0604030500040204" pitchFamily="34" charset="0"/>
              </a:rPr>
              <a:t>V0.02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6A41EC5D-36A4-E8B6-59E5-59CB41044E15}"/>
              </a:ext>
            </a:extLst>
          </p:cNvPr>
          <p:cNvGraphicFramePr>
            <a:graphicFrameLocks noGrp="1"/>
          </p:cNvGraphicFramePr>
          <p:nvPr/>
        </p:nvGraphicFramePr>
        <p:xfrm>
          <a:off x="2551974" y="2234709"/>
          <a:ext cx="20421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1516608136"/>
                    </a:ext>
                  </a:extLst>
                </a:gridCol>
              </a:tblGrid>
              <a:tr h="33081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Events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Event_id</a:t>
                      </a:r>
                      <a:endParaRPr lang="fr-FR" dirty="0"/>
                    </a:p>
                    <a:p>
                      <a:pPr algn="ctr"/>
                      <a:r>
                        <a:rPr lang="fr-FR" dirty="0"/>
                        <a:t>url</a:t>
                      </a:r>
                    </a:p>
                    <a:p>
                      <a:pPr algn="ctr"/>
                      <a:r>
                        <a:rPr lang="fr-FR" dirty="0" err="1"/>
                        <a:t>Title</a:t>
                      </a:r>
                      <a:endParaRPr lang="fr-FR" dirty="0"/>
                    </a:p>
                    <a:p>
                      <a:pPr algn="ctr"/>
                      <a:r>
                        <a:rPr lang="fr-FR" dirty="0"/>
                        <a:t>Description</a:t>
                      </a:r>
                    </a:p>
                    <a:p>
                      <a:pPr algn="ctr"/>
                      <a:r>
                        <a:rPr lang="fr-FR" dirty="0" err="1"/>
                        <a:t>Date_start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Date_end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Updated_at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Location_id</a:t>
                      </a:r>
                      <a:endParaRPr lang="fr-FR" dirty="0"/>
                    </a:p>
                    <a:p>
                      <a:pPr algn="ctr"/>
                      <a:r>
                        <a:rPr lang="fr-FR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flag_interest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fr-FR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flag_new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qfap_tags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0139"/>
                  </a:ext>
                </a:extLst>
              </a:tr>
            </a:tbl>
          </a:graphicData>
        </a:graphic>
      </p:graphicFrame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E6D07677-1E98-D268-7C3B-4E6E3BFAC229}"/>
              </a:ext>
            </a:extLst>
          </p:cNvPr>
          <p:cNvGraphicFramePr>
            <a:graphicFrameLocks noGrp="1"/>
          </p:cNvGraphicFramePr>
          <p:nvPr/>
        </p:nvGraphicFramePr>
        <p:xfrm>
          <a:off x="7915566" y="2920509"/>
          <a:ext cx="2265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680">
                  <a:extLst>
                    <a:ext uri="{9D8B030D-6E8A-4147-A177-3AD203B41FA5}">
                      <a16:colId xmlns:a16="http://schemas.microsoft.com/office/drawing/2014/main" val="1516608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Location 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5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 </a:t>
                      </a:r>
                      <a:r>
                        <a:rPr lang="fr-FR" dirty="0" err="1"/>
                        <a:t>Location_id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Address_name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Address_city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Address_zipcode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Lat_long</a:t>
                      </a:r>
                      <a:endParaRPr lang="fr-FR" dirty="0"/>
                    </a:p>
                    <a:p>
                      <a:pPr algn="ctr"/>
                      <a:r>
                        <a:rPr lang="fr-FR" dirty="0" err="1"/>
                        <a:t>fcard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980139"/>
                  </a:ext>
                </a:extLst>
              </a:tr>
            </a:tbl>
          </a:graphicData>
        </a:graphic>
      </p:graphicFrame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C2133750-432D-25D6-EDA8-75E671422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10</a:t>
            </a:fld>
            <a:endParaRPr lang="fr-FR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7C7CD600-C095-2841-8D19-C696158A2DE5}"/>
              </a:ext>
            </a:extLst>
          </p:cNvPr>
          <p:cNvCxnSpPr>
            <a:cxnSpLocks/>
            <a:stCxn id="10" idx="1"/>
            <a:endCxn id="8" idx="3"/>
          </p:cNvCxnSpPr>
          <p:nvPr/>
        </p:nvCxnSpPr>
        <p:spPr>
          <a:xfrm flipH="1">
            <a:off x="4594134" y="3972069"/>
            <a:ext cx="33214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Image 73" descr="Une image contenant Graphique, symbole, Police, graphisme&#10;&#10;Le contenu généré par l’IA peut être incorrect.">
            <a:extLst>
              <a:ext uri="{FF2B5EF4-FFF2-40B4-BE49-F238E27FC236}">
                <a16:creationId xmlns:a16="http://schemas.microsoft.com/office/drawing/2014/main" id="{9ECB25BC-5915-06FC-F38B-EB4F49470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30787">
            <a:off x="9300373" y="-106001"/>
            <a:ext cx="767628" cy="767628"/>
          </a:xfrm>
          <a:prstGeom prst="rect">
            <a:avLst/>
          </a:prstGeom>
        </p:spPr>
      </p:pic>
      <p:pic>
        <p:nvPicPr>
          <p:cNvPr id="76" name="Image 75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4B143614-269B-62FC-1400-7FCFA02F0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61946" flipH="1">
            <a:off x="8010952" y="-151956"/>
            <a:ext cx="859536" cy="859536"/>
          </a:xfrm>
          <a:prstGeom prst="rect">
            <a:avLst/>
          </a:prstGeom>
        </p:spPr>
      </p:pic>
      <p:sp>
        <p:nvSpPr>
          <p:cNvPr id="77" name="ZoneTexte 76">
            <a:extLst>
              <a:ext uri="{FF2B5EF4-FFF2-40B4-BE49-F238E27FC236}">
                <a16:creationId xmlns:a16="http://schemas.microsoft.com/office/drawing/2014/main" id="{107F7D18-E4A8-0018-2F24-CFE32593A8F0}"/>
              </a:ext>
            </a:extLst>
          </p:cNvPr>
          <p:cNvSpPr txBox="1"/>
          <p:nvPr/>
        </p:nvSpPr>
        <p:spPr>
          <a:xfrm>
            <a:off x="7833036" y="523256"/>
            <a:ext cx="3116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>
                <a:latin typeface="Daytona" panose="020B0604030500040204" pitchFamily="34" charset="0"/>
              </a:rPr>
              <a:t>Primary</a:t>
            </a:r>
            <a:r>
              <a:rPr lang="fr-FR" sz="1400" dirty="0">
                <a:latin typeface="Daytona" panose="020B0604030500040204" pitchFamily="34" charset="0"/>
              </a:rPr>
              <a:t> key       </a:t>
            </a:r>
            <a:r>
              <a:rPr lang="fr-FR" sz="1400" dirty="0" err="1">
                <a:latin typeface="Daytona" panose="020B0604030500040204" pitchFamily="34" charset="0"/>
              </a:rPr>
              <a:t>Foreign</a:t>
            </a:r>
            <a:r>
              <a:rPr lang="fr-FR" sz="1400" dirty="0">
                <a:latin typeface="Daytona" panose="020B0604030500040204" pitchFamily="34" charset="0"/>
              </a:rPr>
              <a:t> key</a:t>
            </a:r>
          </a:p>
        </p:txBody>
      </p:sp>
      <p:pic>
        <p:nvPicPr>
          <p:cNvPr id="79" name="Image 78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4C22B0DF-FEF3-0062-E563-F844631EE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61946" flipH="1">
            <a:off x="4022786" y="2490107"/>
            <a:ext cx="504282" cy="504282"/>
          </a:xfrm>
          <a:prstGeom prst="rect">
            <a:avLst/>
          </a:prstGeom>
        </p:spPr>
      </p:pic>
      <p:pic>
        <p:nvPicPr>
          <p:cNvPr id="80" name="Image 79" descr="Une image contenant logo, symbole, Graphique, Police&#10;&#10;Le contenu généré par l’IA peut être incorrect.">
            <a:extLst>
              <a:ext uri="{FF2B5EF4-FFF2-40B4-BE49-F238E27FC236}">
                <a16:creationId xmlns:a16="http://schemas.microsoft.com/office/drawing/2014/main" id="{5FF20CE5-B8A4-4B9C-F71E-E643A09B6B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61946" flipH="1">
            <a:off x="9730059" y="3176859"/>
            <a:ext cx="504282" cy="504282"/>
          </a:xfrm>
          <a:prstGeom prst="rect">
            <a:avLst/>
          </a:prstGeom>
        </p:spPr>
      </p:pic>
      <p:pic>
        <p:nvPicPr>
          <p:cNvPr id="83" name="Image 82" descr="Une image contenant Graphique, symbole, Police, graphisme&#10;&#10;Le contenu généré par l’IA peut être incorrect.">
            <a:extLst>
              <a:ext uri="{FF2B5EF4-FFF2-40B4-BE49-F238E27FC236}">
                <a16:creationId xmlns:a16="http://schemas.microsoft.com/office/drawing/2014/main" id="{F5DB805A-03D4-3C31-A4BF-5858BE222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30787">
            <a:off x="4120900" y="4471655"/>
            <a:ext cx="472096" cy="47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577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1C362-D2DF-4524-3FE1-3E7B2E719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C644C2-AC40-8E0F-0F7B-352FFEBA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Daytona" panose="020B0604030500040204" pitchFamily="34" charset="0"/>
              </a:rPr>
              <a:t>Insert / Update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2EA72AAF-A484-2A93-9B9C-D26A916F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11</a:t>
            </a:fld>
            <a:endParaRPr lang="fr-FR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60D36398-6535-242D-762D-D7E2E21B6C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6644741"/>
              </p:ext>
            </p:extLst>
          </p:nvPr>
        </p:nvGraphicFramePr>
        <p:xfrm>
          <a:off x="922214" y="1905802"/>
          <a:ext cx="10599225" cy="2951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C259F3F9-1210-0F7F-B616-F2192CAB77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3595" y="2640196"/>
            <a:ext cx="250573" cy="24007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995E565-2E66-15C2-1B55-573B9359A3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3595" y="3977727"/>
            <a:ext cx="232206" cy="24794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7B81CA7-19F0-C923-2064-6BF985097D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0046" y="2079062"/>
            <a:ext cx="250573" cy="24007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D1FAE21-D77F-2056-8E53-B335A2AB08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7768" y="2934305"/>
            <a:ext cx="232206" cy="24794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8E058BC-7A80-24D2-D0DA-4E44AC6F41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7767" y="3512155"/>
            <a:ext cx="250573" cy="24007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33A9AB6-56C9-8704-4049-6102A4D5D6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7768" y="4454025"/>
            <a:ext cx="232206" cy="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413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AB5E7-C3EA-4C4C-E8BD-E538BDC6A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7629D2-3683-9002-8C83-15FE9D747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Daytona" panose="020B0604030500040204" pitchFamily="34" charset="0"/>
              </a:rPr>
              <a:t>New </a:t>
            </a:r>
            <a:r>
              <a:rPr lang="fr-FR" dirty="0" err="1">
                <a:latin typeface="Daytona" panose="020B0604030500040204" pitchFamily="34" charset="0"/>
              </a:rPr>
              <a:t>event</a:t>
            </a:r>
            <a:r>
              <a:rPr lang="fr-FR" dirty="0">
                <a:latin typeface="Daytona" panose="020B0604030500040204" pitchFamily="34" charset="0"/>
              </a:rPr>
              <a:t> </a:t>
            </a:r>
            <a:r>
              <a:rPr lang="fr-FR" dirty="0" err="1">
                <a:latin typeface="Daytona" panose="020B0604030500040204" pitchFamily="34" charset="0"/>
              </a:rPr>
              <a:t>incoming</a:t>
            </a:r>
            <a:r>
              <a:rPr lang="fr-FR" dirty="0">
                <a:latin typeface="Daytona" panose="020B0604030500040204" pitchFamily="34" charset="0"/>
              </a:rPr>
              <a:t> ? 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F0786BB1-467A-3C0C-CE31-EC225AA41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B004-CFCE-48D1-9298-DADD64B1EF73}" type="slidenum">
              <a:rPr lang="fr-FR" smtClean="0"/>
              <a:t>12</a:t>
            </a:fld>
            <a:endParaRPr lang="fr-FR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5F0A7F54-DD9B-76D1-E741-15B9E54246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149251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87774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995</Words>
  <Application>Microsoft Office PowerPoint</Application>
  <PresentationFormat>Grand écran</PresentationFormat>
  <Paragraphs>230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Daytona</vt:lpstr>
      <vt:lpstr>inherit</vt:lpstr>
      <vt:lpstr>Thème Office</vt:lpstr>
      <vt:lpstr>MiCa-Expo-App</vt:lpstr>
      <vt:lpstr>Why are we here ? </vt:lpstr>
      <vt:lpstr>Contents</vt:lpstr>
      <vt:lpstr>Why is it sooooo long</vt:lpstr>
      <vt:lpstr>1 - Overview</vt:lpstr>
      <vt:lpstr>DATA-ETL</vt:lpstr>
      <vt:lpstr>API – OpenData « Que-Faire-a-Paris »</vt:lpstr>
      <vt:lpstr>Data model</vt:lpstr>
      <vt:lpstr>Data model V0.01</vt:lpstr>
      <vt:lpstr>Data model V0.02</vt:lpstr>
      <vt:lpstr>Insert / Update</vt:lpstr>
      <vt:lpstr>New event incoming ? </vt:lpstr>
    </vt:vector>
  </TitlesOfParts>
  <Company>SAFRAN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BLAZEVIC Michel (SAFRAN AEROSYSTEMS)</dc:creator>
  <cp:lastModifiedBy>BLAZEVIC Michel (SAFRAN AEROSYSTEMS)</cp:lastModifiedBy>
  <cp:revision>37</cp:revision>
  <dcterms:created xsi:type="dcterms:W3CDTF">2025-12-23T10:55:54Z</dcterms:created>
  <dcterms:modified xsi:type="dcterms:W3CDTF">2026-01-08T16:30:45Z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f666666-579e-4c80-8bd7-42ec62fad65d_Enabled">
    <vt:lpwstr>true</vt:lpwstr>
  </property>
  <property fmtid="{D5CDD505-2E9C-101B-9397-08002B2CF9AE}" pid="3" name="MSIP_Label_bf666666-579e-4c80-8bd7-42ec62fad65d_SetDate">
    <vt:lpwstr>2025-12-23T15:26:14Z</vt:lpwstr>
  </property>
  <property fmtid="{D5CDD505-2E9C-101B-9397-08002B2CF9AE}" pid="4" name="MSIP_Label_bf666666-579e-4c80-8bd7-42ec62fad65d_Method">
    <vt:lpwstr>Privileged</vt:lpwstr>
  </property>
  <property fmtid="{D5CDD505-2E9C-101B-9397-08002B2CF9AE}" pid="5" name="MSIP_Label_bf666666-579e-4c80-8bd7-42ec62fad65d_Name">
    <vt:lpwstr>C1 - public</vt:lpwstr>
  </property>
  <property fmtid="{D5CDD505-2E9C-101B-9397-08002B2CF9AE}" pid="6" name="MSIP_Label_bf666666-579e-4c80-8bd7-42ec62fad65d_SiteId">
    <vt:lpwstr>d52b49b7-0c8f-4d89-8c4f-f20517306e08</vt:lpwstr>
  </property>
  <property fmtid="{D5CDD505-2E9C-101B-9397-08002B2CF9AE}" pid="7" name="MSIP_Label_bf666666-579e-4c80-8bd7-42ec62fad65d_ActionId">
    <vt:lpwstr>34f0bc6c-645e-4251-89ab-c16a778efe75</vt:lpwstr>
  </property>
  <property fmtid="{D5CDD505-2E9C-101B-9397-08002B2CF9AE}" pid="8" name="MSIP_Label_bf666666-579e-4c80-8bd7-42ec62fad65d_ContentBits">
    <vt:lpwstr>0</vt:lpwstr>
  </property>
  <property fmtid="{D5CDD505-2E9C-101B-9397-08002B2CF9AE}" pid="9" name="MSIP_Label_bf666666-579e-4c80-8bd7-42ec62fad65d_Tag">
    <vt:lpwstr>10, 0, 1, 1</vt:lpwstr>
  </property>
</Properties>
</file>